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28"/>
  </p:notesMasterIdLst>
  <p:sldIdLst>
    <p:sldId id="257" r:id="rId8"/>
    <p:sldId id="258" r:id="rId9"/>
    <p:sldId id="2145709139" r:id="rId10"/>
    <p:sldId id="2145709123" r:id="rId11"/>
    <p:sldId id="2145709124" r:id="rId12"/>
    <p:sldId id="2145709125" r:id="rId13"/>
    <p:sldId id="2145709126" r:id="rId14"/>
    <p:sldId id="2145709138" r:id="rId15"/>
    <p:sldId id="2145709128" r:id="rId16"/>
    <p:sldId id="2145709140" r:id="rId17"/>
    <p:sldId id="2145709129" r:id="rId18"/>
    <p:sldId id="2145709130" r:id="rId19"/>
    <p:sldId id="2145709131" r:id="rId20"/>
    <p:sldId id="2145709132" r:id="rId21"/>
    <p:sldId id="2145709133" r:id="rId22"/>
    <p:sldId id="2145709134" r:id="rId23"/>
    <p:sldId id="2145709135" r:id="rId24"/>
    <p:sldId id="2145709136" r:id="rId25"/>
    <p:sldId id="2145709137" r:id="rId26"/>
    <p:sldId id="2145709141" r:id="rId27"/>
  </p:sldIdLst>
  <p:sldSz cx="10969625" cy="6170613"/>
  <p:notesSz cx="6858000" cy="9144000"/>
  <p:custDataLst>
    <p:tags r:id="rId29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597"/>
    <a:srgbClr val="6945A0"/>
    <a:srgbClr val="BF00A6"/>
    <a:srgbClr val="999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889C1-474A-0D80-D714-49257FC63492}" v="229" dt="2025-09-16T13:02:25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3ACA0F-C5CB-4283-82B4-B985A456402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B6C1E0-4EB9-406B-9696-0879E8862448}">
      <dgm:prSet/>
      <dgm:spPr/>
      <dgm:t>
        <a:bodyPr/>
        <a:lstStyle/>
        <a:p>
          <a:r>
            <a:rPr lang="en-GB" b="0" i="0" baseline="0" dirty="0"/>
            <a:t>Understanding the Energy Mix: Insights about the fuels which generates electricity and their importance (renewables, gas, nuclear, etc.).</a:t>
          </a:r>
          <a:endParaRPr lang="en-US" dirty="0"/>
        </a:p>
      </dgm:t>
    </dgm:pt>
    <dgm:pt modelId="{F14BB56B-80CC-4032-AB03-5AF93BD6ACDC}" type="parTrans" cxnId="{91B83C88-63A8-4BFD-B1E6-FD9CA6C2AABE}">
      <dgm:prSet/>
      <dgm:spPr/>
      <dgm:t>
        <a:bodyPr/>
        <a:lstStyle/>
        <a:p>
          <a:endParaRPr lang="en-US"/>
        </a:p>
      </dgm:t>
    </dgm:pt>
    <dgm:pt modelId="{F8EC8574-57F4-43D6-A4A6-F5FA9CCD2D23}" type="sibTrans" cxnId="{91B83C88-63A8-4BFD-B1E6-FD9CA6C2AABE}">
      <dgm:prSet/>
      <dgm:spPr/>
      <dgm:t>
        <a:bodyPr/>
        <a:lstStyle/>
        <a:p>
          <a:endParaRPr lang="en-US"/>
        </a:p>
      </dgm:t>
    </dgm:pt>
    <dgm:pt modelId="{64B66F7D-4BA4-4FE4-A467-D29105B05F7D}">
      <dgm:prSet/>
      <dgm:spPr/>
      <dgm:t>
        <a:bodyPr/>
        <a:lstStyle/>
        <a:p>
          <a:r>
            <a:rPr lang="en-GB" b="0" i="0" baseline="0" dirty="0"/>
            <a:t>Highlight the Transition: How UK is shifting from fossil fuels (coal, gas, etc.) to renewable sources (wind, solar, etc.).</a:t>
          </a:r>
          <a:endParaRPr lang="en-US" dirty="0"/>
        </a:p>
      </dgm:t>
    </dgm:pt>
    <dgm:pt modelId="{55BBA4CC-733F-4A8A-9074-00207E30A931}" type="parTrans" cxnId="{4435777F-2F7E-4B98-97CF-06723316FD4F}">
      <dgm:prSet/>
      <dgm:spPr/>
      <dgm:t>
        <a:bodyPr/>
        <a:lstStyle/>
        <a:p>
          <a:endParaRPr lang="en-US"/>
        </a:p>
      </dgm:t>
    </dgm:pt>
    <dgm:pt modelId="{1C2F3822-4F28-4C91-89D8-9B69483D5578}" type="sibTrans" cxnId="{4435777F-2F7E-4B98-97CF-06723316FD4F}">
      <dgm:prSet/>
      <dgm:spPr/>
      <dgm:t>
        <a:bodyPr/>
        <a:lstStyle/>
        <a:p>
          <a:endParaRPr lang="en-US"/>
        </a:p>
      </dgm:t>
    </dgm:pt>
    <dgm:pt modelId="{2AB5DC00-B7F9-4672-A863-710426D41968}">
      <dgm:prSet/>
      <dgm:spPr/>
      <dgm:t>
        <a:bodyPr/>
        <a:lstStyle/>
        <a:p>
          <a:r>
            <a:rPr lang="en-GB" b="0" i="0" baseline="0"/>
            <a:t>Assess Security and Sustainability: How current fuel mix balances reliability, affordability and net-zero targets.</a:t>
          </a:r>
          <a:endParaRPr lang="en-US"/>
        </a:p>
      </dgm:t>
    </dgm:pt>
    <dgm:pt modelId="{6DCCEA16-DC60-459E-A4A6-F3F5DBFF9956}" type="parTrans" cxnId="{3E5BAD8E-C981-4D8D-8DEF-43A7C47C45D1}">
      <dgm:prSet/>
      <dgm:spPr/>
      <dgm:t>
        <a:bodyPr/>
        <a:lstStyle/>
        <a:p>
          <a:endParaRPr lang="en-US"/>
        </a:p>
      </dgm:t>
    </dgm:pt>
    <dgm:pt modelId="{AE22158A-E6DA-4498-8181-A25C37800FF5}" type="sibTrans" cxnId="{3E5BAD8E-C981-4D8D-8DEF-43A7C47C45D1}">
      <dgm:prSet/>
      <dgm:spPr/>
      <dgm:t>
        <a:bodyPr/>
        <a:lstStyle/>
        <a:p>
          <a:endParaRPr lang="en-US"/>
        </a:p>
      </dgm:t>
    </dgm:pt>
    <dgm:pt modelId="{A8D0EC59-8777-4E48-B305-DF570CD8C774}" type="pres">
      <dgm:prSet presAssocID="{D03ACA0F-C5CB-4283-82B4-B985A4564026}" presName="root" presStyleCnt="0">
        <dgm:presLayoutVars>
          <dgm:dir/>
          <dgm:resizeHandles val="exact"/>
        </dgm:presLayoutVars>
      </dgm:prSet>
      <dgm:spPr/>
    </dgm:pt>
    <dgm:pt modelId="{28CFBBD1-11B7-4BD9-9B5F-82FFAE03A3E4}" type="pres">
      <dgm:prSet presAssocID="{6CB6C1E0-4EB9-406B-9696-0879E8862448}" presName="compNode" presStyleCnt="0"/>
      <dgm:spPr/>
    </dgm:pt>
    <dgm:pt modelId="{B1235AC2-C206-41A4-BDD6-07F4FF54D74E}" type="pres">
      <dgm:prSet presAssocID="{6CB6C1E0-4EB9-406B-9696-0879E8862448}" presName="bgRect" presStyleLbl="bgShp" presStyleIdx="0" presStyleCnt="3"/>
      <dgm:spPr/>
    </dgm:pt>
    <dgm:pt modelId="{7477143E-9A79-48EC-A6DB-29A156BE31B6}" type="pres">
      <dgm:prSet presAssocID="{6CB6C1E0-4EB9-406B-9696-0879E88624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D1B3874A-24C2-4498-8E96-5809FB438CFD}" type="pres">
      <dgm:prSet presAssocID="{6CB6C1E0-4EB9-406B-9696-0879E8862448}" presName="spaceRect" presStyleCnt="0"/>
      <dgm:spPr/>
    </dgm:pt>
    <dgm:pt modelId="{11D213AD-17EF-42D5-B851-C3CCFFAB899B}" type="pres">
      <dgm:prSet presAssocID="{6CB6C1E0-4EB9-406B-9696-0879E8862448}" presName="parTx" presStyleLbl="revTx" presStyleIdx="0" presStyleCnt="3">
        <dgm:presLayoutVars>
          <dgm:chMax val="0"/>
          <dgm:chPref val="0"/>
        </dgm:presLayoutVars>
      </dgm:prSet>
      <dgm:spPr/>
    </dgm:pt>
    <dgm:pt modelId="{3FEC5CA0-7680-4DFC-9252-AB952ABA8A90}" type="pres">
      <dgm:prSet presAssocID="{F8EC8574-57F4-43D6-A4A6-F5FA9CCD2D23}" presName="sibTrans" presStyleCnt="0"/>
      <dgm:spPr/>
    </dgm:pt>
    <dgm:pt modelId="{5EB941A3-48B7-41D6-9730-1D55B32F0B0E}" type="pres">
      <dgm:prSet presAssocID="{64B66F7D-4BA4-4FE4-A467-D29105B05F7D}" presName="compNode" presStyleCnt="0"/>
      <dgm:spPr/>
    </dgm:pt>
    <dgm:pt modelId="{39B4D1BF-D1E3-434C-8A04-C332EF69C974}" type="pres">
      <dgm:prSet presAssocID="{64B66F7D-4BA4-4FE4-A467-D29105B05F7D}" presName="bgRect" presStyleLbl="bgShp" presStyleIdx="1" presStyleCnt="3"/>
      <dgm:spPr/>
    </dgm:pt>
    <dgm:pt modelId="{5A966642-96DA-41FA-A198-DFDB75E51D4A}" type="pres">
      <dgm:prSet presAssocID="{64B66F7D-4BA4-4FE4-A467-D29105B05F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CACB03A1-0728-485E-A0B8-53D1B0A78A96}" type="pres">
      <dgm:prSet presAssocID="{64B66F7D-4BA4-4FE4-A467-D29105B05F7D}" presName="spaceRect" presStyleCnt="0"/>
      <dgm:spPr/>
    </dgm:pt>
    <dgm:pt modelId="{C6C6FA37-628E-4AB1-87F9-5CA367FAB58F}" type="pres">
      <dgm:prSet presAssocID="{64B66F7D-4BA4-4FE4-A467-D29105B05F7D}" presName="parTx" presStyleLbl="revTx" presStyleIdx="1" presStyleCnt="3">
        <dgm:presLayoutVars>
          <dgm:chMax val="0"/>
          <dgm:chPref val="0"/>
        </dgm:presLayoutVars>
      </dgm:prSet>
      <dgm:spPr/>
    </dgm:pt>
    <dgm:pt modelId="{6DE4B2FD-9375-4E03-B000-B354BE79412C}" type="pres">
      <dgm:prSet presAssocID="{1C2F3822-4F28-4C91-89D8-9B69483D5578}" presName="sibTrans" presStyleCnt="0"/>
      <dgm:spPr/>
    </dgm:pt>
    <dgm:pt modelId="{6C2773C3-9B44-41C0-95CE-7B9C5B607FFA}" type="pres">
      <dgm:prSet presAssocID="{2AB5DC00-B7F9-4672-A863-710426D41968}" presName="compNode" presStyleCnt="0"/>
      <dgm:spPr/>
    </dgm:pt>
    <dgm:pt modelId="{DBF42AEB-8BE1-49EE-BEFC-43ECF11D0F4C}" type="pres">
      <dgm:prSet presAssocID="{2AB5DC00-B7F9-4672-A863-710426D41968}" presName="bgRect" presStyleLbl="bgShp" presStyleIdx="2" presStyleCnt="3"/>
      <dgm:spPr/>
    </dgm:pt>
    <dgm:pt modelId="{EBA966C4-61F4-44CE-83AD-0AC44033C101}" type="pres">
      <dgm:prSet presAssocID="{2AB5DC00-B7F9-4672-A863-710426D419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0A7A803-0535-4288-AF38-AAC1390D8143}" type="pres">
      <dgm:prSet presAssocID="{2AB5DC00-B7F9-4672-A863-710426D41968}" presName="spaceRect" presStyleCnt="0"/>
      <dgm:spPr/>
    </dgm:pt>
    <dgm:pt modelId="{28617002-8EC2-43F6-A1F8-1EAED5792A25}" type="pres">
      <dgm:prSet presAssocID="{2AB5DC00-B7F9-4672-A863-710426D419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D9571B-EF86-443B-94F0-97D9400C9650}" type="presOf" srcId="{D03ACA0F-C5CB-4283-82B4-B985A4564026}" destId="{A8D0EC59-8777-4E48-B305-DF570CD8C774}" srcOrd="0" destOrd="0" presId="urn:microsoft.com/office/officeart/2018/2/layout/IconVerticalSolidList"/>
    <dgm:cxn modelId="{F63E0026-0628-4F94-9F5E-0012E38E05EF}" type="presOf" srcId="{2AB5DC00-B7F9-4672-A863-710426D41968}" destId="{28617002-8EC2-43F6-A1F8-1EAED5792A25}" srcOrd="0" destOrd="0" presId="urn:microsoft.com/office/officeart/2018/2/layout/IconVerticalSolidList"/>
    <dgm:cxn modelId="{5F731E34-F8D4-45C0-8921-978BC3EE91EE}" type="presOf" srcId="{6CB6C1E0-4EB9-406B-9696-0879E8862448}" destId="{11D213AD-17EF-42D5-B851-C3CCFFAB899B}" srcOrd="0" destOrd="0" presId="urn:microsoft.com/office/officeart/2018/2/layout/IconVerticalSolidList"/>
    <dgm:cxn modelId="{7F1D4479-EC0F-436C-A6E7-9FEA8CB37002}" type="presOf" srcId="{64B66F7D-4BA4-4FE4-A467-D29105B05F7D}" destId="{C6C6FA37-628E-4AB1-87F9-5CA367FAB58F}" srcOrd="0" destOrd="0" presId="urn:microsoft.com/office/officeart/2018/2/layout/IconVerticalSolidList"/>
    <dgm:cxn modelId="{4435777F-2F7E-4B98-97CF-06723316FD4F}" srcId="{D03ACA0F-C5CB-4283-82B4-B985A4564026}" destId="{64B66F7D-4BA4-4FE4-A467-D29105B05F7D}" srcOrd="1" destOrd="0" parTransId="{55BBA4CC-733F-4A8A-9074-00207E30A931}" sibTransId="{1C2F3822-4F28-4C91-89D8-9B69483D5578}"/>
    <dgm:cxn modelId="{91B83C88-63A8-4BFD-B1E6-FD9CA6C2AABE}" srcId="{D03ACA0F-C5CB-4283-82B4-B985A4564026}" destId="{6CB6C1E0-4EB9-406B-9696-0879E8862448}" srcOrd="0" destOrd="0" parTransId="{F14BB56B-80CC-4032-AB03-5AF93BD6ACDC}" sibTransId="{F8EC8574-57F4-43D6-A4A6-F5FA9CCD2D23}"/>
    <dgm:cxn modelId="{3E5BAD8E-C981-4D8D-8DEF-43A7C47C45D1}" srcId="{D03ACA0F-C5CB-4283-82B4-B985A4564026}" destId="{2AB5DC00-B7F9-4672-A863-710426D41968}" srcOrd="2" destOrd="0" parTransId="{6DCCEA16-DC60-459E-A4A6-F3F5DBFF9956}" sibTransId="{AE22158A-E6DA-4498-8181-A25C37800FF5}"/>
    <dgm:cxn modelId="{E48260E7-36EE-4246-8BD9-231FA2D56FBA}" type="presParOf" srcId="{A8D0EC59-8777-4E48-B305-DF570CD8C774}" destId="{28CFBBD1-11B7-4BD9-9B5F-82FFAE03A3E4}" srcOrd="0" destOrd="0" presId="urn:microsoft.com/office/officeart/2018/2/layout/IconVerticalSolidList"/>
    <dgm:cxn modelId="{289DDE5A-954D-4979-ACED-D5882BBEF007}" type="presParOf" srcId="{28CFBBD1-11B7-4BD9-9B5F-82FFAE03A3E4}" destId="{B1235AC2-C206-41A4-BDD6-07F4FF54D74E}" srcOrd="0" destOrd="0" presId="urn:microsoft.com/office/officeart/2018/2/layout/IconVerticalSolidList"/>
    <dgm:cxn modelId="{59E14F91-D79C-4764-800C-87C3BCBDD3E3}" type="presParOf" srcId="{28CFBBD1-11B7-4BD9-9B5F-82FFAE03A3E4}" destId="{7477143E-9A79-48EC-A6DB-29A156BE31B6}" srcOrd="1" destOrd="0" presId="urn:microsoft.com/office/officeart/2018/2/layout/IconVerticalSolidList"/>
    <dgm:cxn modelId="{765EDA30-4063-43C9-B23B-B7A1601F42DD}" type="presParOf" srcId="{28CFBBD1-11B7-4BD9-9B5F-82FFAE03A3E4}" destId="{D1B3874A-24C2-4498-8E96-5809FB438CFD}" srcOrd="2" destOrd="0" presId="urn:microsoft.com/office/officeart/2018/2/layout/IconVerticalSolidList"/>
    <dgm:cxn modelId="{9D0AA348-2B46-44CB-9EEC-848CDA198A22}" type="presParOf" srcId="{28CFBBD1-11B7-4BD9-9B5F-82FFAE03A3E4}" destId="{11D213AD-17EF-42D5-B851-C3CCFFAB899B}" srcOrd="3" destOrd="0" presId="urn:microsoft.com/office/officeart/2018/2/layout/IconVerticalSolidList"/>
    <dgm:cxn modelId="{0770ECF6-4458-42CA-BBB6-45617ED1597B}" type="presParOf" srcId="{A8D0EC59-8777-4E48-B305-DF570CD8C774}" destId="{3FEC5CA0-7680-4DFC-9252-AB952ABA8A90}" srcOrd="1" destOrd="0" presId="urn:microsoft.com/office/officeart/2018/2/layout/IconVerticalSolidList"/>
    <dgm:cxn modelId="{BCC8B4B4-D733-4C32-9F52-B8DFC0E41789}" type="presParOf" srcId="{A8D0EC59-8777-4E48-B305-DF570CD8C774}" destId="{5EB941A3-48B7-41D6-9730-1D55B32F0B0E}" srcOrd="2" destOrd="0" presId="urn:microsoft.com/office/officeart/2018/2/layout/IconVerticalSolidList"/>
    <dgm:cxn modelId="{59BAE84E-E89D-47F1-B537-B8751F37DFF6}" type="presParOf" srcId="{5EB941A3-48B7-41D6-9730-1D55B32F0B0E}" destId="{39B4D1BF-D1E3-434C-8A04-C332EF69C974}" srcOrd="0" destOrd="0" presId="urn:microsoft.com/office/officeart/2018/2/layout/IconVerticalSolidList"/>
    <dgm:cxn modelId="{12F9B225-3D8B-48FB-B118-FAD092F3858E}" type="presParOf" srcId="{5EB941A3-48B7-41D6-9730-1D55B32F0B0E}" destId="{5A966642-96DA-41FA-A198-DFDB75E51D4A}" srcOrd="1" destOrd="0" presId="urn:microsoft.com/office/officeart/2018/2/layout/IconVerticalSolidList"/>
    <dgm:cxn modelId="{49A8DD0A-C024-4025-A673-00A9A160CEA1}" type="presParOf" srcId="{5EB941A3-48B7-41D6-9730-1D55B32F0B0E}" destId="{CACB03A1-0728-485E-A0B8-53D1B0A78A96}" srcOrd="2" destOrd="0" presId="urn:microsoft.com/office/officeart/2018/2/layout/IconVerticalSolidList"/>
    <dgm:cxn modelId="{2141E542-DAC7-4285-8660-1F25E8D5190C}" type="presParOf" srcId="{5EB941A3-48B7-41D6-9730-1D55B32F0B0E}" destId="{C6C6FA37-628E-4AB1-87F9-5CA367FAB58F}" srcOrd="3" destOrd="0" presId="urn:microsoft.com/office/officeart/2018/2/layout/IconVerticalSolidList"/>
    <dgm:cxn modelId="{D26327E2-1EA7-4628-95BA-211AB0B3DEE8}" type="presParOf" srcId="{A8D0EC59-8777-4E48-B305-DF570CD8C774}" destId="{6DE4B2FD-9375-4E03-B000-B354BE79412C}" srcOrd="3" destOrd="0" presId="urn:microsoft.com/office/officeart/2018/2/layout/IconVerticalSolidList"/>
    <dgm:cxn modelId="{23FF90EB-1FCE-47B4-B6E1-E5F9D85361FB}" type="presParOf" srcId="{A8D0EC59-8777-4E48-B305-DF570CD8C774}" destId="{6C2773C3-9B44-41C0-95CE-7B9C5B607FFA}" srcOrd="4" destOrd="0" presId="urn:microsoft.com/office/officeart/2018/2/layout/IconVerticalSolidList"/>
    <dgm:cxn modelId="{AE41DDA1-7F77-43A6-8277-4B32450A4575}" type="presParOf" srcId="{6C2773C3-9B44-41C0-95CE-7B9C5B607FFA}" destId="{DBF42AEB-8BE1-49EE-BEFC-43ECF11D0F4C}" srcOrd="0" destOrd="0" presId="urn:microsoft.com/office/officeart/2018/2/layout/IconVerticalSolidList"/>
    <dgm:cxn modelId="{218BBFAB-AD6C-4835-868B-70F35B3C9C54}" type="presParOf" srcId="{6C2773C3-9B44-41C0-95CE-7B9C5B607FFA}" destId="{EBA966C4-61F4-44CE-83AD-0AC44033C101}" srcOrd="1" destOrd="0" presId="urn:microsoft.com/office/officeart/2018/2/layout/IconVerticalSolidList"/>
    <dgm:cxn modelId="{E450E113-446F-4CA5-ACD7-D152C43853FE}" type="presParOf" srcId="{6C2773C3-9B44-41C0-95CE-7B9C5B607FFA}" destId="{B0A7A803-0535-4288-AF38-AAC1390D8143}" srcOrd="2" destOrd="0" presId="urn:microsoft.com/office/officeart/2018/2/layout/IconVerticalSolidList"/>
    <dgm:cxn modelId="{9288A4B6-98C6-4BA7-B948-C13A732CF619}" type="presParOf" srcId="{6C2773C3-9B44-41C0-95CE-7B9C5B607FFA}" destId="{28617002-8EC2-43F6-A1F8-1EAED5792A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43AEB8-2E9B-421B-8590-F05DDCAD2E3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3EA6748-B87E-4FD2-B9F9-81D5BAEBFF01}">
      <dgm:prSet custT="1"/>
      <dgm:spPr/>
      <dgm:t>
        <a:bodyPr/>
        <a:lstStyle/>
        <a:p>
          <a:pPr>
            <a:defRPr cap="all"/>
          </a:pPr>
          <a:r>
            <a:rPr lang="en-GB" sz="1400" b="0" i="0" baseline="0" dirty="0"/>
            <a:t>Electricity is central to businesses, households and economies.</a:t>
          </a:r>
          <a:endParaRPr lang="en-US" sz="1400" dirty="0"/>
        </a:p>
      </dgm:t>
    </dgm:pt>
    <dgm:pt modelId="{71DA92B4-6895-4F09-8EF9-1F6AD338595D}" type="parTrans" cxnId="{174F911B-FB8F-453E-9D19-D114C8486C62}">
      <dgm:prSet/>
      <dgm:spPr/>
      <dgm:t>
        <a:bodyPr/>
        <a:lstStyle/>
        <a:p>
          <a:endParaRPr lang="en-US"/>
        </a:p>
      </dgm:t>
    </dgm:pt>
    <dgm:pt modelId="{B1289D43-75ED-4AF0-B067-63A78D671DBC}" type="sibTrans" cxnId="{174F911B-FB8F-453E-9D19-D114C8486C62}">
      <dgm:prSet/>
      <dgm:spPr/>
      <dgm:t>
        <a:bodyPr/>
        <a:lstStyle/>
        <a:p>
          <a:endParaRPr lang="en-US"/>
        </a:p>
      </dgm:t>
    </dgm:pt>
    <dgm:pt modelId="{C038960E-6C40-4CC9-8631-C5376136C632}">
      <dgm:prSet custT="1"/>
      <dgm:spPr/>
      <dgm:t>
        <a:bodyPr/>
        <a:lstStyle/>
        <a:p>
          <a:pPr>
            <a:defRPr cap="all"/>
          </a:pPr>
          <a:r>
            <a:rPr lang="en-GB" sz="1400" b="0" i="0" baseline="0" dirty="0"/>
            <a:t>UK is on the journey to net-zero emissions by 2050.</a:t>
          </a:r>
          <a:endParaRPr lang="en-US" sz="1400" dirty="0"/>
        </a:p>
      </dgm:t>
    </dgm:pt>
    <dgm:pt modelId="{0A2A73FD-A5A8-4012-95A5-4D517E5AD024}" type="parTrans" cxnId="{E2CAA146-BD7E-463F-8580-2C1B84E9B3BD}">
      <dgm:prSet/>
      <dgm:spPr/>
      <dgm:t>
        <a:bodyPr/>
        <a:lstStyle/>
        <a:p>
          <a:endParaRPr lang="en-US"/>
        </a:p>
      </dgm:t>
    </dgm:pt>
    <dgm:pt modelId="{1DB49EF0-AD83-4BEC-AF7D-AEE81B252F2E}" type="sibTrans" cxnId="{E2CAA146-BD7E-463F-8580-2C1B84E9B3BD}">
      <dgm:prSet/>
      <dgm:spPr/>
      <dgm:t>
        <a:bodyPr/>
        <a:lstStyle/>
        <a:p>
          <a:endParaRPr lang="en-US"/>
        </a:p>
      </dgm:t>
    </dgm:pt>
    <dgm:pt modelId="{87C550F2-D656-4E91-8612-0435C9CEC435}">
      <dgm:prSet custT="1"/>
      <dgm:spPr/>
      <dgm:t>
        <a:bodyPr/>
        <a:lstStyle/>
        <a:p>
          <a:pPr>
            <a:defRPr cap="all"/>
          </a:pPr>
          <a:r>
            <a:rPr lang="en-GB" sz="1400" b="0" i="0" baseline="0" dirty="0"/>
            <a:t>Exploring fuel </a:t>
          </a:r>
          <a:r>
            <a:rPr lang="en-GB" sz="1400" dirty="0"/>
            <a:t>m</a:t>
          </a:r>
          <a:r>
            <a:rPr lang="en-GB" sz="1400" b="0" i="0" baseline="0" dirty="0"/>
            <a:t>ix helps evaluate security, costs and carbon impact.</a:t>
          </a:r>
          <a:endParaRPr lang="en-US" sz="1400" dirty="0"/>
        </a:p>
      </dgm:t>
    </dgm:pt>
    <dgm:pt modelId="{2619B651-23E0-40A1-A93E-71B386D61DB7}" type="parTrans" cxnId="{4ABF8C52-405A-4FA7-958C-14835A3382FE}">
      <dgm:prSet/>
      <dgm:spPr/>
      <dgm:t>
        <a:bodyPr/>
        <a:lstStyle/>
        <a:p>
          <a:endParaRPr lang="en-US"/>
        </a:p>
      </dgm:t>
    </dgm:pt>
    <dgm:pt modelId="{42364525-1213-4DDF-9F4E-2A2E55DA0E37}" type="sibTrans" cxnId="{4ABF8C52-405A-4FA7-958C-14835A3382FE}">
      <dgm:prSet/>
      <dgm:spPr/>
      <dgm:t>
        <a:bodyPr/>
        <a:lstStyle/>
        <a:p>
          <a:endParaRPr lang="en-US"/>
        </a:p>
      </dgm:t>
    </dgm:pt>
    <dgm:pt modelId="{028AC8BC-D1AA-4F76-9734-0264AAE287B0}" type="pres">
      <dgm:prSet presAssocID="{1743AEB8-2E9B-421B-8590-F05DDCAD2E37}" presName="root" presStyleCnt="0">
        <dgm:presLayoutVars>
          <dgm:dir/>
          <dgm:resizeHandles val="exact"/>
        </dgm:presLayoutVars>
      </dgm:prSet>
      <dgm:spPr/>
    </dgm:pt>
    <dgm:pt modelId="{170FC7B9-8FAE-4C55-9A0A-2DDE6C7E6AFF}" type="pres">
      <dgm:prSet presAssocID="{53EA6748-B87E-4FD2-B9F9-81D5BAEBFF01}" presName="compNode" presStyleCnt="0"/>
      <dgm:spPr/>
    </dgm:pt>
    <dgm:pt modelId="{8A6CF864-5A3D-4DA8-939D-1A5F029EE7D2}" type="pres">
      <dgm:prSet presAssocID="{53EA6748-B87E-4FD2-B9F9-81D5BAEBFF01}" presName="iconBgRect" presStyleLbl="bgShp" presStyleIdx="0" presStyleCnt="3"/>
      <dgm:spPr/>
    </dgm:pt>
    <dgm:pt modelId="{81A08F56-C7A8-41C6-9C46-909DD942B7BB}" type="pres">
      <dgm:prSet presAssocID="{53EA6748-B87E-4FD2-B9F9-81D5BAEBFF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4518BF66-8F28-4131-8CDB-052DC9531ADE}" type="pres">
      <dgm:prSet presAssocID="{53EA6748-B87E-4FD2-B9F9-81D5BAEBFF01}" presName="spaceRect" presStyleCnt="0"/>
      <dgm:spPr/>
    </dgm:pt>
    <dgm:pt modelId="{8840A654-5E36-4EE9-939C-46C0824D209D}" type="pres">
      <dgm:prSet presAssocID="{53EA6748-B87E-4FD2-B9F9-81D5BAEBFF01}" presName="textRect" presStyleLbl="revTx" presStyleIdx="0" presStyleCnt="3">
        <dgm:presLayoutVars>
          <dgm:chMax val="1"/>
          <dgm:chPref val="1"/>
        </dgm:presLayoutVars>
      </dgm:prSet>
      <dgm:spPr/>
    </dgm:pt>
    <dgm:pt modelId="{1B8B3423-672E-4251-98EC-A7C518B7A0B5}" type="pres">
      <dgm:prSet presAssocID="{B1289D43-75ED-4AF0-B067-63A78D671DBC}" presName="sibTrans" presStyleCnt="0"/>
      <dgm:spPr/>
    </dgm:pt>
    <dgm:pt modelId="{11FCE5B9-538A-4511-B1D1-7C94CC5B38B5}" type="pres">
      <dgm:prSet presAssocID="{C038960E-6C40-4CC9-8631-C5376136C632}" presName="compNode" presStyleCnt="0"/>
      <dgm:spPr/>
    </dgm:pt>
    <dgm:pt modelId="{C4BB6209-8C7C-45A4-BC68-B5A8FB5F3DCB}" type="pres">
      <dgm:prSet presAssocID="{C038960E-6C40-4CC9-8631-C5376136C632}" presName="iconBgRect" presStyleLbl="bgShp" presStyleIdx="1" presStyleCnt="3"/>
      <dgm:spPr/>
    </dgm:pt>
    <dgm:pt modelId="{98A64315-B7C7-4E40-8499-42006B6E033F}" type="pres">
      <dgm:prSet presAssocID="{C038960E-6C40-4CC9-8631-C5376136C6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8B856B7F-2D92-4D08-8385-E99FE9CF5F1D}" type="pres">
      <dgm:prSet presAssocID="{C038960E-6C40-4CC9-8631-C5376136C632}" presName="spaceRect" presStyleCnt="0"/>
      <dgm:spPr/>
    </dgm:pt>
    <dgm:pt modelId="{E93121F6-7798-4862-9973-87554A2F1D8B}" type="pres">
      <dgm:prSet presAssocID="{C038960E-6C40-4CC9-8631-C5376136C632}" presName="textRect" presStyleLbl="revTx" presStyleIdx="1" presStyleCnt="3">
        <dgm:presLayoutVars>
          <dgm:chMax val="1"/>
          <dgm:chPref val="1"/>
        </dgm:presLayoutVars>
      </dgm:prSet>
      <dgm:spPr/>
    </dgm:pt>
    <dgm:pt modelId="{0092ACD9-B40C-44DD-9140-84AA43929FCB}" type="pres">
      <dgm:prSet presAssocID="{1DB49EF0-AD83-4BEC-AF7D-AEE81B252F2E}" presName="sibTrans" presStyleCnt="0"/>
      <dgm:spPr/>
    </dgm:pt>
    <dgm:pt modelId="{1DE7DEE5-051C-428E-BF3C-AB88D425A95B}" type="pres">
      <dgm:prSet presAssocID="{87C550F2-D656-4E91-8612-0435C9CEC435}" presName="compNode" presStyleCnt="0"/>
      <dgm:spPr/>
    </dgm:pt>
    <dgm:pt modelId="{F5878F5E-37EE-4AE7-A5A0-768F6F99DA47}" type="pres">
      <dgm:prSet presAssocID="{87C550F2-D656-4E91-8612-0435C9CEC435}" presName="iconBgRect" presStyleLbl="bgShp" presStyleIdx="2" presStyleCnt="3"/>
      <dgm:spPr/>
    </dgm:pt>
    <dgm:pt modelId="{F7EDB1B6-A54C-4B70-AD2D-75F1416BED05}" type="pres">
      <dgm:prSet presAssocID="{87C550F2-D656-4E91-8612-0435C9CEC4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D6C3A440-FBAB-427E-A621-710167F183B6}" type="pres">
      <dgm:prSet presAssocID="{87C550F2-D656-4E91-8612-0435C9CEC435}" presName="spaceRect" presStyleCnt="0"/>
      <dgm:spPr/>
    </dgm:pt>
    <dgm:pt modelId="{048CA36D-944E-4BDE-818A-596E2587FA9C}" type="pres">
      <dgm:prSet presAssocID="{87C550F2-D656-4E91-8612-0435C9CEC4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E28140A-94D0-41F9-B7AD-7CE4863AED22}" type="presOf" srcId="{87C550F2-D656-4E91-8612-0435C9CEC435}" destId="{048CA36D-944E-4BDE-818A-596E2587FA9C}" srcOrd="0" destOrd="0" presId="urn:microsoft.com/office/officeart/2018/5/layout/IconCircleLabelList"/>
    <dgm:cxn modelId="{174F911B-FB8F-453E-9D19-D114C8486C62}" srcId="{1743AEB8-2E9B-421B-8590-F05DDCAD2E37}" destId="{53EA6748-B87E-4FD2-B9F9-81D5BAEBFF01}" srcOrd="0" destOrd="0" parTransId="{71DA92B4-6895-4F09-8EF9-1F6AD338595D}" sibTransId="{B1289D43-75ED-4AF0-B067-63A78D671DBC}"/>
    <dgm:cxn modelId="{398ADB60-58EB-4AEB-B412-3966C191AA3B}" type="presOf" srcId="{53EA6748-B87E-4FD2-B9F9-81D5BAEBFF01}" destId="{8840A654-5E36-4EE9-939C-46C0824D209D}" srcOrd="0" destOrd="0" presId="urn:microsoft.com/office/officeart/2018/5/layout/IconCircleLabelList"/>
    <dgm:cxn modelId="{E2CAA146-BD7E-463F-8580-2C1B84E9B3BD}" srcId="{1743AEB8-2E9B-421B-8590-F05DDCAD2E37}" destId="{C038960E-6C40-4CC9-8631-C5376136C632}" srcOrd="1" destOrd="0" parTransId="{0A2A73FD-A5A8-4012-95A5-4D517E5AD024}" sibTransId="{1DB49EF0-AD83-4BEC-AF7D-AEE81B252F2E}"/>
    <dgm:cxn modelId="{4ABF8C52-405A-4FA7-958C-14835A3382FE}" srcId="{1743AEB8-2E9B-421B-8590-F05DDCAD2E37}" destId="{87C550F2-D656-4E91-8612-0435C9CEC435}" srcOrd="2" destOrd="0" parTransId="{2619B651-23E0-40A1-A93E-71B386D61DB7}" sibTransId="{42364525-1213-4DDF-9F4E-2A2E55DA0E37}"/>
    <dgm:cxn modelId="{F4B79683-CDC0-4A57-B3AC-25AA7AC124B6}" type="presOf" srcId="{C038960E-6C40-4CC9-8631-C5376136C632}" destId="{E93121F6-7798-4862-9973-87554A2F1D8B}" srcOrd="0" destOrd="0" presId="urn:microsoft.com/office/officeart/2018/5/layout/IconCircleLabelList"/>
    <dgm:cxn modelId="{9DF611B5-2D46-4A7C-A80B-E20FE1E974D7}" type="presOf" srcId="{1743AEB8-2E9B-421B-8590-F05DDCAD2E37}" destId="{028AC8BC-D1AA-4F76-9734-0264AAE287B0}" srcOrd="0" destOrd="0" presId="urn:microsoft.com/office/officeart/2018/5/layout/IconCircleLabelList"/>
    <dgm:cxn modelId="{DEC95E7C-1BE2-43A2-91DB-0FA532857967}" type="presParOf" srcId="{028AC8BC-D1AA-4F76-9734-0264AAE287B0}" destId="{170FC7B9-8FAE-4C55-9A0A-2DDE6C7E6AFF}" srcOrd="0" destOrd="0" presId="urn:microsoft.com/office/officeart/2018/5/layout/IconCircleLabelList"/>
    <dgm:cxn modelId="{9CD4757C-854D-4F34-A272-160D12597E76}" type="presParOf" srcId="{170FC7B9-8FAE-4C55-9A0A-2DDE6C7E6AFF}" destId="{8A6CF864-5A3D-4DA8-939D-1A5F029EE7D2}" srcOrd="0" destOrd="0" presId="urn:microsoft.com/office/officeart/2018/5/layout/IconCircleLabelList"/>
    <dgm:cxn modelId="{81A2ED44-1ECF-4698-A7CD-2D36AF19828C}" type="presParOf" srcId="{170FC7B9-8FAE-4C55-9A0A-2DDE6C7E6AFF}" destId="{81A08F56-C7A8-41C6-9C46-909DD942B7BB}" srcOrd="1" destOrd="0" presId="urn:microsoft.com/office/officeart/2018/5/layout/IconCircleLabelList"/>
    <dgm:cxn modelId="{62A73E79-C32F-448E-97F8-57A25F2C2C9C}" type="presParOf" srcId="{170FC7B9-8FAE-4C55-9A0A-2DDE6C7E6AFF}" destId="{4518BF66-8F28-4131-8CDB-052DC9531ADE}" srcOrd="2" destOrd="0" presId="urn:microsoft.com/office/officeart/2018/5/layout/IconCircleLabelList"/>
    <dgm:cxn modelId="{3A162C64-E26E-4D63-9452-8D02AA82111E}" type="presParOf" srcId="{170FC7B9-8FAE-4C55-9A0A-2DDE6C7E6AFF}" destId="{8840A654-5E36-4EE9-939C-46C0824D209D}" srcOrd="3" destOrd="0" presId="urn:microsoft.com/office/officeart/2018/5/layout/IconCircleLabelList"/>
    <dgm:cxn modelId="{F48089C1-241D-47C7-9B7E-62E9220B7C8C}" type="presParOf" srcId="{028AC8BC-D1AA-4F76-9734-0264AAE287B0}" destId="{1B8B3423-672E-4251-98EC-A7C518B7A0B5}" srcOrd="1" destOrd="0" presId="urn:microsoft.com/office/officeart/2018/5/layout/IconCircleLabelList"/>
    <dgm:cxn modelId="{B9DCC649-B976-4DDA-AACE-40D2D18B64C4}" type="presParOf" srcId="{028AC8BC-D1AA-4F76-9734-0264AAE287B0}" destId="{11FCE5B9-538A-4511-B1D1-7C94CC5B38B5}" srcOrd="2" destOrd="0" presId="urn:microsoft.com/office/officeart/2018/5/layout/IconCircleLabelList"/>
    <dgm:cxn modelId="{4AFE04FF-55A6-4B35-939B-001FBC18007E}" type="presParOf" srcId="{11FCE5B9-538A-4511-B1D1-7C94CC5B38B5}" destId="{C4BB6209-8C7C-45A4-BC68-B5A8FB5F3DCB}" srcOrd="0" destOrd="0" presId="urn:microsoft.com/office/officeart/2018/5/layout/IconCircleLabelList"/>
    <dgm:cxn modelId="{61BA4881-B330-4CFC-A966-7B0377EADC66}" type="presParOf" srcId="{11FCE5B9-538A-4511-B1D1-7C94CC5B38B5}" destId="{98A64315-B7C7-4E40-8499-42006B6E033F}" srcOrd="1" destOrd="0" presId="urn:microsoft.com/office/officeart/2018/5/layout/IconCircleLabelList"/>
    <dgm:cxn modelId="{CC10BED7-BDA4-4979-ACF7-A1F519E7412C}" type="presParOf" srcId="{11FCE5B9-538A-4511-B1D1-7C94CC5B38B5}" destId="{8B856B7F-2D92-4D08-8385-E99FE9CF5F1D}" srcOrd="2" destOrd="0" presId="urn:microsoft.com/office/officeart/2018/5/layout/IconCircleLabelList"/>
    <dgm:cxn modelId="{4EAA97C7-C6CB-4CDA-9184-9FB4E2A887B4}" type="presParOf" srcId="{11FCE5B9-538A-4511-B1D1-7C94CC5B38B5}" destId="{E93121F6-7798-4862-9973-87554A2F1D8B}" srcOrd="3" destOrd="0" presId="urn:microsoft.com/office/officeart/2018/5/layout/IconCircleLabelList"/>
    <dgm:cxn modelId="{B294FC99-99B9-4BAD-A082-E7F32CC29C07}" type="presParOf" srcId="{028AC8BC-D1AA-4F76-9734-0264AAE287B0}" destId="{0092ACD9-B40C-44DD-9140-84AA43929FCB}" srcOrd="3" destOrd="0" presId="urn:microsoft.com/office/officeart/2018/5/layout/IconCircleLabelList"/>
    <dgm:cxn modelId="{0F0B094F-ACAE-42F2-9D45-649388A740AC}" type="presParOf" srcId="{028AC8BC-D1AA-4F76-9734-0264AAE287B0}" destId="{1DE7DEE5-051C-428E-BF3C-AB88D425A95B}" srcOrd="4" destOrd="0" presId="urn:microsoft.com/office/officeart/2018/5/layout/IconCircleLabelList"/>
    <dgm:cxn modelId="{5C925D15-98A2-4E38-A8DB-72BB9291D064}" type="presParOf" srcId="{1DE7DEE5-051C-428E-BF3C-AB88D425A95B}" destId="{F5878F5E-37EE-4AE7-A5A0-768F6F99DA47}" srcOrd="0" destOrd="0" presId="urn:microsoft.com/office/officeart/2018/5/layout/IconCircleLabelList"/>
    <dgm:cxn modelId="{813C5724-5F31-4968-A6C7-DB7C7AB71AFB}" type="presParOf" srcId="{1DE7DEE5-051C-428E-BF3C-AB88D425A95B}" destId="{F7EDB1B6-A54C-4B70-AD2D-75F1416BED05}" srcOrd="1" destOrd="0" presId="urn:microsoft.com/office/officeart/2018/5/layout/IconCircleLabelList"/>
    <dgm:cxn modelId="{33F4C360-2753-45EB-8774-1387CD0058AA}" type="presParOf" srcId="{1DE7DEE5-051C-428E-BF3C-AB88D425A95B}" destId="{D6C3A440-FBAB-427E-A621-710167F183B6}" srcOrd="2" destOrd="0" presId="urn:microsoft.com/office/officeart/2018/5/layout/IconCircleLabelList"/>
    <dgm:cxn modelId="{A8B9503A-E61D-492C-8139-8E61B8512DFA}" type="presParOf" srcId="{1DE7DEE5-051C-428E-BF3C-AB88D425A95B}" destId="{048CA36D-944E-4BDE-818A-596E2587FA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22EE48-DE77-4CDB-9B72-21D61A53DEAE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72D94F-F871-492A-BF69-71EC3AF8CBEA}">
      <dgm:prSet custT="1"/>
      <dgm:spPr/>
      <dgm:t>
        <a:bodyPr/>
        <a:lstStyle/>
        <a:p>
          <a:r>
            <a:rPr lang="en-GB" sz="1800" b="0" i="0" baseline="0" dirty="0"/>
            <a:t>Seasonal Cycles</a:t>
          </a:r>
          <a:endParaRPr lang="en-US" sz="1800" dirty="0"/>
        </a:p>
      </dgm:t>
    </dgm:pt>
    <dgm:pt modelId="{F499C218-966C-4CEF-A5EE-A5AE4A0F00A2}" type="parTrans" cxnId="{FDC0FCCF-73CD-443A-BB7C-62F97C477853}">
      <dgm:prSet/>
      <dgm:spPr/>
      <dgm:t>
        <a:bodyPr/>
        <a:lstStyle/>
        <a:p>
          <a:endParaRPr lang="en-US"/>
        </a:p>
      </dgm:t>
    </dgm:pt>
    <dgm:pt modelId="{470B9237-0697-4C59-AE5A-D0BD8EE3877F}" type="sibTrans" cxnId="{FDC0FCCF-73CD-443A-BB7C-62F97C477853}">
      <dgm:prSet/>
      <dgm:spPr/>
      <dgm:t>
        <a:bodyPr/>
        <a:lstStyle/>
        <a:p>
          <a:endParaRPr lang="en-US"/>
        </a:p>
      </dgm:t>
    </dgm:pt>
    <dgm:pt modelId="{4944403D-0720-47CB-AF41-0E52E221B3DA}">
      <dgm:prSet custT="1"/>
      <dgm:spPr/>
      <dgm:t>
        <a:bodyPr/>
        <a:lstStyle/>
        <a:p>
          <a:r>
            <a:rPr lang="en-GB" sz="1800" b="0" i="0" baseline="0" dirty="0"/>
            <a:t>Gas Dominant but falling</a:t>
          </a:r>
          <a:endParaRPr lang="en-US" sz="1800" dirty="0"/>
        </a:p>
      </dgm:t>
    </dgm:pt>
    <dgm:pt modelId="{B7456BC6-8E79-4D6B-803D-769EC956999F}" type="parTrans" cxnId="{17107A86-EA3E-43FA-BFDA-ED8A2D15AF47}">
      <dgm:prSet/>
      <dgm:spPr/>
      <dgm:t>
        <a:bodyPr/>
        <a:lstStyle/>
        <a:p>
          <a:endParaRPr lang="en-US"/>
        </a:p>
      </dgm:t>
    </dgm:pt>
    <dgm:pt modelId="{28CDDA65-D205-4C00-8CD1-962F4507171B}" type="sibTrans" cxnId="{17107A86-EA3E-43FA-BFDA-ED8A2D15AF47}">
      <dgm:prSet/>
      <dgm:spPr/>
      <dgm:t>
        <a:bodyPr/>
        <a:lstStyle/>
        <a:p>
          <a:endParaRPr lang="en-US"/>
        </a:p>
      </dgm:t>
    </dgm:pt>
    <dgm:pt modelId="{4E062A19-7DFF-4299-BAD9-0C297F548FED}">
      <dgm:prSet custT="1"/>
      <dgm:spPr/>
      <dgm:t>
        <a:bodyPr/>
        <a:lstStyle/>
        <a:p>
          <a:r>
            <a:rPr lang="en-GB" sz="1800" dirty="0"/>
            <a:t>Wind/Solar share growing</a:t>
          </a:r>
          <a:endParaRPr lang="en-US" sz="1800" dirty="0"/>
        </a:p>
      </dgm:t>
    </dgm:pt>
    <dgm:pt modelId="{F3D6C208-85D5-4B30-A092-C0DEB5D281BA}" type="parTrans" cxnId="{CDD256D8-6C8E-4B33-9DF8-7FDF587CC023}">
      <dgm:prSet/>
      <dgm:spPr/>
      <dgm:t>
        <a:bodyPr/>
        <a:lstStyle/>
        <a:p>
          <a:endParaRPr lang="en-US"/>
        </a:p>
      </dgm:t>
    </dgm:pt>
    <dgm:pt modelId="{109B985D-3C86-46C9-97D0-79DAE7A902B7}" type="sibTrans" cxnId="{CDD256D8-6C8E-4B33-9DF8-7FDF587CC023}">
      <dgm:prSet/>
      <dgm:spPr/>
      <dgm:t>
        <a:bodyPr/>
        <a:lstStyle/>
        <a:p>
          <a:endParaRPr lang="en-US"/>
        </a:p>
      </dgm:t>
    </dgm:pt>
    <dgm:pt modelId="{CF7A400D-62B2-4B27-874E-1274FF629D77}">
      <dgm:prSet custT="1"/>
      <dgm:spPr/>
      <dgm:t>
        <a:bodyPr/>
        <a:lstStyle/>
        <a:p>
          <a:r>
            <a:rPr lang="en-GB" sz="1800" dirty="0"/>
            <a:t>Imports play balancing role</a:t>
          </a:r>
          <a:endParaRPr lang="en-US" sz="1800" dirty="0"/>
        </a:p>
      </dgm:t>
    </dgm:pt>
    <dgm:pt modelId="{4487799C-A164-45F6-8A31-638AF7F52E0D}" type="parTrans" cxnId="{78F26043-6B26-42D3-BA5F-3CD3CFB15C20}">
      <dgm:prSet/>
      <dgm:spPr/>
      <dgm:t>
        <a:bodyPr/>
        <a:lstStyle/>
        <a:p>
          <a:endParaRPr lang="en-US"/>
        </a:p>
      </dgm:t>
    </dgm:pt>
    <dgm:pt modelId="{874F36F4-FD62-40BF-873B-DDF6F0DE0EBC}" type="sibTrans" cxnId="{78F26043-6B26-42D3-BA5F-3CD3CFB15C20}">
      <dgm:prSet/>
      <dgm:spPr/>
      <dgm:t>
        <a:bodyPr/>
        <a:lstStyle/>
        <a:p>
          <a:endParaRPr lang="en-US"/>
        </a:p>
      </dgm:t>
    </dgm:pt>
    <dgm:pt modelId="{3D45CF91-0F6C-4752-990A-46C46E4AA1DE}" type="pres">
      <dgm:prSet presAssocID="{C022EE48-DE77-4CDB-9B72-21D61A53DEAE}" presName="linear" presStyleCnt="0">
        <dgm:presLayoutVars>
          <dgm:dir/>
          <dgm:animLvl val="lvl"/>
          <dgm:resizeHandles val="exact"/>
        </dgm:presLayoutVars>
      </dgm:prSet>
      <dgm:spPr/>
    </dgm:pt>
    <dgm:pt modelId="{F131696F-D25B-4A62-90C5-4969B1C8EBB7}" type="pres">
      <dgm:prSet presAssocID="{5972D94F-F871-492A-BF69-71EC3AF8CBEA}" presName="parentLin" presStyleCnt="0"/>
      <dgm:spPr/>
    </dgm:pt>
    <dgm:pt modelId="{1D8F0DA6-DAC7-446E-9254-F1D92ED7A585}" type="pres">
      <dgm:prSet presAssocID="{5972D94F-F871-492A-BF69-71EC3AF8CBEA}" presName="parentLeftMargin" presStyleLbl="node1" presStyleIdx="0" presStyleCnt="4"/>
      <dgm:spPr/>
    </dgm:pt>
    <dgm:pt modelId="{C5BB2061-0671-485C-8D02-CE6D0A0656B5}" type="pres">
      <dgm:prSet presAssocID="{5972D94F-F871-492A-BF69-71EC3AF8CB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54743C-B8E4-4683-B4F1-00A77B8033BA}" type="pres">
      <dgm:prSet presAssocID="{5972D94F-F871-492A-BF69-71EC3AF8CBEA}" presName="negativeSpace" presStyleCnt="0"/>
      <dgm:spPr/>
    </dgm:pt>
    <dgm:pt modelId="{0EB9FED9-B117-44A1-A066-5EDD09C77BB3}" type="pres">
      <dgm:prSet presAssocID="{5972D94F-F871-492A-BF69-71EC3AF8CBEA}" presName="childText" presStyleLbl="conFgAcc1" presStyleIdx="0" presStyleCnt="4">
        <dgm:presLayoutVars>
          <dgm:bulletEnabled val="1"/>
        </dgm:presLayoutVars>
      </dgm:prSet>
      <dgm:spPr/>
    </dgm:pt>
    <dgm:pt modelId="{7B45DE55-3A72-47C0-A701-341588847A3B}" type="pres">
      <dgm:prSet presAssocID="{470B9237-0697-4C59-AE5A-D0BD8EE3877F}" presName="spaceBetweenRectangles" presStyleCnt="0"/>
      <dgm:spPr/>
    </dgm:pt>
    <dgm:pt modelId="{CBFF8030-02E6-402D-90F7-3B219E24F43C}" type="pres">
      <dgm:prSet presAssocID="{4944403D-0720-47CB-AF41-0E52E221B3DA}" presName="parentLin" presStyleCnt="0"/>
      <dgm:spPr/>
    </dgm:pt>
    <dgm:pt modelId="{9B20FB26-6587-4473-8661-0A6B1930F9EC}" type="pres">
      <dgm:prSet presAssocID="{4944403D-0720-47CB-AF41-0E52E221B3DA}" presName="parentLeftMargin" presStyleLbl="node1" presStyleIdx="0" presStyleCnt="4"/>
      <dgm:spPr/>
    </dgm:pt>
    <dgm:pt modelId="{771E277C-3158-43D4-BD6D-66CDCE223F39}" type="pres">
      <dgm:prSet presAssocID="{4944403D-0720-47CB-AF41-0E52E221B3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0EBEB1-6900-4D28-A51A-D30EB4A9F6C7}" type="pres">
      <dgm:prSet presAssocID="{4944403D-0720-47CB-AF41-0E52E221B3DA}" presName="negativeSpace" presStyleCnt="0"/>
      <dgm:spPr/>
    </dgm:pt>
    <dgm:pt modelId="{10F47EE6-9249-4288-A398-69A8A97D3CF1}" type="pres">
      <dgm:prSet presAssocID="{4944403D-0720-47CB-AF41-0E52E221B3DA}" presName="childText" presStyleLbl="conFgAcc1" presStyleIdx="1" presStyleCnt="4">
        <dgm:presLayoutVars>
          <dgm:bulletEnabled val="1"/>
        </dgm:presLayoutVars>
      </dgm:prSet>
      <dgm:spPr/>
    </dgm:pt>
    <dgm:pt modelId="{3334583A-CB88-48C1-93C7-FA416FBBBEBD}" type="pres">
      <dgm:prSet presAssocID="{28CDDA65-D205-4C00-8CD1-962F4507171B}" presName="spaceBetweenRectangles" presStyleCnt="0"/>
      <dgm:spPr/>
    </dgm:pt>
    <dgm:pt modelId="{816990E2-17C9-4333-80CB-93983B5E9E58}" type="pres">
      <dgm:prSet presAssocID="{4E062A19-7DFF-4299-BAD9-0C297F548FED}" presName="parentLin" presStyleCnt="0"/>
      <dgm:spPr/>
    </dgm:pt>
    <dgm:pt modelId="{41444250-0D97-4A55-952F-95D261BBBCAF}" type="pres">
      <dgm:prSet presAssocID="{4E062A19-7DFF-4299-BAD9-0C297F548FED}" presName="parentLeftMargin" presStyleLbl="node1" presStyleIdx="1" presStyleCnt="4"/>
      <dgm:spPr/>
    </dgm:pt>
    <dgm:pt modelId="{660F0DDA-21B0-446B-9F48-BA106AECEB2F}" type="pres">
      <dgm:prSet presAssocID="{4E062A19-7DFF-4299-BAD9-0C297F548F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FC7913-3054-40B0-9605-C8AAFA345992}" type="pres">
      <dgm:prSet presAssocID="{4E062A19-7DFF-4299-BAD9-0C297F548FED}" presName="negativeSpace" presStyleCnt="0"/>
      <dgm:spPr/>
    </dgm:pt>
    <dgm:pt modelId="{DD92FD0D-7540-49D7-A011-80A885134E89}" type="pres">
      <dgm:prSet presAssocID="{4E062A19-7DFF-4299-BAD9-0C297F548FED}" presName="childText" presStyleLbl="conFgAcc1" presStyleIdx="2" presStyleCnt="4">
        <dgm:presLayoutVars>
          <dgm:bulletEnabled val="1"/>
        </dgm:presLayoutVars>
      </dgm:prSet>
      <dgm:spPr/>
    </dgm:pt>
    <dgm:pt modelId="{D98775A6-957B-4C85-A341-8E8CB928640B}" type="pres">
      <dgm:prSet presAssocID="{109B985D-3C86-46C9-97D0-79DAE7A902B7}" presName="spaceBetweenRectangles" presStyleCnt="0"/>
      <dgm:spPr/>
    </dgm:pt>
    <dgm:pt modelId="{141A455E-2D53-462F-8955-0693681FF8B8}" type="pres">
      <dgm:prSet presAssocID="{CF7A400D-62B2-4B27-874E-1274FF629D77}" presName="parentLin" presStyleCnt="0"/>
      <dgm:spPr/>
    </dgm:pt>
    <dgm:pt modelId="{2C2CE4B3-1E47-4C69-922B-1396D1405BB9}" type="pres">
      <dgm:prSet presAssocID="{CF7A400D-62B2-4B27-874E-1274FF629D77}" presName="parentLeftMargin" presStyleLbl="node1" presStyleIdx="2" presStyleCnt="4"/>
      <dgm:spPr/>
    </dgm:pt>
    <dgm:pt modelId="{32474C77-EAF3-49B0-ABB7-FCB02429C30E}" type="pres">
      <dgm:prSet presAssocID="{CF7A400D-62B2-4B27-874E-1274FF629D7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612C63D-4219-49FB-8365-CF1BBDD760C9}" type="pres">
      <dgm:prSet presAssocID="{CF7A400D-62B2-4B27-874E-1274FF629D77}" presName="negativeSpace" presStyleCnt="0"/>
      <dgm:spPr/>
    </dgm:pt>
    <dgm:pt modelId="{AE65E176-6137-44E3-B067-F4F8DE639FEB}" type="pres">
      <dgm:prSet presAssocID="{CF7A400D-62B2-4B27-874E-1274FF629D7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A06330B-C379-4635-930E-E2E5C998FE6A}" type="presOf" srcId="{5972D94F-F871-492A-BF69-71EC3AF8CBEA}" destId="{1D8F0DA6-DAC7-446E-9254-F1D92ED7A585}" srcOrd="0" destOrd="0" presId="urn:microsoft.com/office/officeart/2005/8/layout/list1"/>
    <dgm:cxn modelId="{2F4DB51D-5D52-49BF-8F2E-6D3C75E21DBB}" type="presOf" srcId="{5972D94F-F871-492A-BF69-71EC3AF8CBEA}" destId="{C5BB2061-0671-485C-8D02-CE6D0A0656B5}" srcOrd="1" destOrd="0" presId="urn:microsoft.com/office/officeart/2005/8/layout/list1"/>
    <dgm:cxn modelId="{EDAA5D35-8270-4F98-B6D3-3D1FEC697AD2}" type="presOf" srcId="{C022EE48-DE77-4CDB-9B72-21D61A53DEAE}" destId="{3D45CF91-0F6C-4752-990A-46C46E4AA1DE}" srcOrd="0" destOrd="0" presId="urn:microsoft.com/office/officeart/2005/8/layout/list1"/>
    <dgm:cxn modelId="{78F26043-6B26-42D3-BA5F-3CD3CFB15C20}" srcId="{C022EE48-DE77-4CDB-9B72-21D61A53DEAE}" destId="{CF7A400D-62B2-4B27-874E-1274FF629D77}" srcOrd="3" destOrd="0" parTransId="{4487799C-A164-45F6-8A31-638AF7F52E0D}" sibTransId="{874F36F4-FD62-40BF-873B-DDF6F0DE0EBC}"/>
    <dgm:cxn modelId="{3E379B70-3DC0-45B8-9A54-BF4DE9BBCF64}" type="presOf" srcId="{4944403D-0720-47CB-AF41-0E52E221B3DA}" destId="{9B20FB26-6587-4473-8661-0A6B1930F9EC}" srcOrd="0" destOrd="0" presId="urn:microsoft.com/office/officeart/2005/8/layout/list1"/>
    <dgm:cxn modelId="{17107A86-EA3E-43FA-BFDA-ED8A2D15AF47}" srcId="{C022EE48-DE77-4CDB-9B72-21D61A53DEAE}" destId="{4944403D-0720-47CB-AF41-0E52E221B3DA}" srcOrd="1" destOrd="0" parTransId="{B7456BC6-8E79-4D6B-803D-769EC956999F}" sibTransId="{28CDDA65-D205-4C00-8CD1-962F4507171B}"/>
    <dgm:cxn modelId="{D64B8B98-0FC5-4CC8-BB55-0721FE79BF99}" type="presOf" srcId="{4E062A19-7DFF-4299-BAD9-0C297F548FED}" destId="{41444250-0D97-4A55-952F-95D261BBBCAF}" srcOrd="0" destOrd="0" presId="urn:microsoft.com/office/officeart/2005/8/layout/list1"/>
    <dgm:cxn modelId="{AE3B48A9-B676-4855-B7B0-7821AB49B969}" type="presOf" srcId="{4E062A19-7DFF-4299-BAD9-0C297F548FED}" destId="{660F0DDA-21B0-446B-9F48-BA106AECEB2F}" srcOrd="1" destOrd="0" presId="urn:microsoft.com/office/officeart/2005/8/layout/list1"/>
    <dgm:cxn modelId="{8367C7C0-B796-4596-8406-2E1EB430B31C}" type="presOf" srcId="{4944403D-0720-47CB-AF41-0E52E221B3DA}" destId="{771E277C-3158-43D4-BD6D-66CDCE223F39}" srcOrd="1" destOrd="0" presId="urn:microsoft.com/office/officeart/2005/8/layout/list1"/>
    <dgm:cxn modelId="{CB2099C4-69AC-4ACE-9BC2-20F05E49C3F8}" type="presOf" srcId="{CF7A400D-62B2-4B27-874E-1274FF629D77}" destId="{2C2CE4B3-1E47-4C69-922B-1396D1405BB9}" srcOrd="0" destOrd="0" presId="urn:microsoft.com/office/officeart/2005/8/layout/list1"/>
    <dgm:cxn modelId="{FDC0FCCF-73CD-443A-BB7C-62F97C477853}" srcId="{C022EE48-DE77-4CDB-9B72-21D61A53DEAE}" destId="{5972D94F-F871-492A-BF69-71EC3AF8CBEA}" srcOrd="0" destOrd="0" parTransId="{F499C218-966C-4CEF-A5EE-A5AE4A0F00A2}" sibTransId="{470B9237-0697-4C59-AE5A-D0BD8EE3877F}"/>
    <dgm:cxn modelId="{CDD256D8-6C8E-4B33-9DF8-7FDF587CC023}" srcId="{C022EE48-DE77-4CDB-9B72-21D61A53DEAE}" destId="{4E062A19-7DFF-4299-BAD9-0C297F548FED}" srcOrd="2" destOrd="0" parTransId="{F3D6C208-85D5-4B30-A092-C0DEB5D281BA}" sibTransId="{109B985D-3C86-46C9-97D0-79DAE7A902B7}"/>
    <dgm:cxn modelId="{A885E0E0-E2DE-413D-BC57-492B32273150}" type="presOf" srcId="{CF7A400D-62B2-4B27-874E-1274FF629D77}" destId="{32474C77-EAF3-49B0-ABB7-FCB02429C30E}" srcOrd="1" destOrd="0" presId="urn:microsoft.com/office/officeart/2005/8/layout/list1"/>
    <dgm:cxn modelId="{B7595315-2BDE-4E26-A608-2FDC8156BE19}" type="presParOf" srcId="{3D45CF91-0F6C-4752-990A-46C46E4AA1DE}" destId="{F131696F-D25B-4A62-90C5-4969B1C8EBB7}" srcOrd="0" destOrd="0" presId="urn:microsoft.com/office/officeart/2005/8/layout/list1"/>
    <dgm:cxn modelId="{A4F98B67-AEE0-42D6-AA0E-78805D4DC317}" type="presParOf" srcId="{F131696F-D25B-4A62-90C5-4969B1C8EBB7}" destId="{1D8F0DA6-DAC7-446E-9254-F1D92ED7A585}" srcOrd="0" destOrd="0" presId="urn:microsoft.com/office/officeart/2005/8/layout/list1"/>
    <dgm:cxn modelId="{FE21406E-1266-44E7-B466-B4841FB78E8A}" type="presParOf" srcId="{F131696F-D25B-4A62-90C5-4969B1C8EBB7}" destId="{C5BB2061-0671-485C-8D02-CE6D0A0656B5}" srcOrd="1" destOrd="0" presId="urn:microsoft.com/office/officeart/2005/8/layout/list1"/>
    <dgm:cxn modelId="{F00F2AAD-92EB-42F6-9934-BD271250D295}" type="presParOf" srcId="{3D45CF91-0F6C-4752-990A-46C46E4AA1DE}" destId="{2B54743C-B8E4-4683-B4F1-00A77B8033BA}" srcOrd="1" destOrd="0" presId="urn:microsoft.com/office/officeart/2005/8/layout/list1"/>
    <dgm:cxn modelId="{5E7860E5-95C6-4025-9D1C-0616A818157C}" type="presParOf" srcId="{3D45CF91-0F6C-4752-990A-46C46E4AA1DE}" destId="{0EB9FED9-B117-44A1-A066-5EDD09C77BB3}" srcOrd="2" destOrd="0" presId="urn:microsoft.com/office/officeart/2005/8/layout/list1"/>
    <dgm:cxn modelId="{A6C6C1FE-9BBA-4E66-8103-F17407C3156D}" type="presParOf" srcId="{3D45CF91-0F6C-4752-990A-46C46E4AA1DE}" destId="{7B45DE55-3A72-47C0-A701-341588847A3B}" srcOrd="3" destOrd="0" presId="urn:microsoft.com/office/officeart/2005/8/layout/list1"/>
    <dgm:cxn modelId="{B49D37B2-91FF-4A53-9D92-02832C9F5D8F}" type="presParOf" srcId="{3D45CF91-0F6C-4752-990A-46C46E4AA1DE}" destId="{CBFF8030-02E6-402D-90F7-3B219E24F43C}" srcOrd="4" destOrd="0" presId="urn:microsoft.com/office/officeart/2005/8/layout/list1"/>
    <dgm:cxn modelId="{07BB7E1F-90FE-40F6-8609-3B69678FA20E}" type="presParOf" srcId="{CBFF8030-02E6-402D-90F7-3B219E24F43C}" destId="{9B20FB26-6587-4473-8661-0A6B1930F9EC}" srcOrd="0" destOrd="0" presId="urn:microsoft.com/office/officeart/2005/8/layout/list1"/>
    <dgm:cxn modelId="{C4BF38EA-F25A-45F6-B7F8-04B405CA2242}" type="presParOf" srcId="{CBFF8030-02E6-402D-90F7-3B219E24F43C}" destId="{771E277C-3158-43D4-BD6D-66CDCE223F39}" srcOrd="1" destOrd="0" presId="urn:microsoft.com/office/officeart/2005/8/layout/list1"/>
    <dgm:cxn modelId="{E8724A2F-E7AD-4C7C-9CF7-44CA76670454}" type="presParOf" srcId="{3D45CF91-0F6C-4752-990A-46C46E4AA1DE}" destId="{000EBEB1-6900-4D28-A51A-D30EB4A9F6C7}" srcOrd="5" destOrd="0" presId="urn:microsoft.com/office/officeart/2005/8/layout/list1"/>
    <dgm:cxn modelId="{EEE431AC-1B97-432D-BACB-3A21985C6DDE}" type="presParOf" srcId="{3D45CF91-0F6C-4752-990A-46C46E4AA1DE}" destId="{10F47EE6-9249-4288-A398-69A8A97D3CF1}" srcOrd="6" destOrd="0" presId="urn:microsoft.com/office/officeart/2005/8/layout/list1"/>
    <dgm:cxn modelId="{37AE3BE1-42DD-4D3E-B715-D00BDEB27C08}" type="presParOf" srcId="{3D45CF91-0F6C-4752-990A-46C46E4AA1DE}" destId="{3334583A-CB88-48C1-93C7-FA416FBBBEBD}" srcOrd="7" destOrd="0" presId="urn:microsoft.com/office/officeart/2005/8/layout/list1"/>
    <dgm:cxn modelId="{26ACA37F-1CBC-4F0C-AA75-73DFCABD5342}" type="presParOf" srcId="{3D45CF91-0F6C-4752-990A-46C46E4AA1DE}" destId="{816990E2-17C9-4333-80CB-93983B5E9E58}" srcOrd="8" destOrd="0" presId="urn:microsoft.com/office/officeart/2005/8/layout/list1"/>
    <dgm:cxn modelId="{B6DD7FED-D316-4C63-A0C9-7879B35E021E}" type="presParOf" srcId="{816990E2-17C9-4333-80CB-93983B5E9E58}" destId="{41444250-0D97-4A55-952F-95D261BBBCAF}" srcOrd="0" destOrd="0" presId="urn:microsoft.com/office/officeart/2005/8/layout/list1"/>
    <dgm:cxn modelId="{FD76812A-6A5A-4F0E-A6F8-3908AD28BF8C}" type="presParOf" srcId="{816990E2-17C9-4333-80CB-93983B5E9E58}" destId="{660F0DDA-21B0-446B-9F48-BA106AECEB2F}" srcOrd="1" destOrd="0" presId="urn:microsoft.com/office/officeart/2005/8/layout/list1"/>
    <dgm:cxn modelId="{794B78B0-2957-4E43-AEEB-3ABC517AD013}" type="presParOf" srcId="{3D45CF91-0F6C-4752-990A-46C46E4AA1DE}" destId="{63FC7913-3054-40B0-9605-C8AAFA345992}" srcOrd="9" destOrd="0" presId="urn:microsoft.com/office/officeart/2005/8/layout/list1"/>
    <dgm:cxn modelId="{D38F9E5E-4830-4791-BE71-10F5E2BE7CD1}" type="presParOf" srcId="{3D45CF91-0F6C-4752-990A-46C46E4AA1DE}" destId="{DD92FD0D-7540-49D7-A011-80A885134E89}" srcOrd="10" destOrd="0" presId="urn:microsoft.com/office/officeart/2005/8/layout/list1"/>
    <dgm:cxn modelId="{BC01DA5B-FB25-4582-A5C7-E1EBC499690D}" type="presParOf" srcId="{3D45CF91-0F6C-4752-990A-46C46E4AA1DE}" destId="{D98775A6-957B-4C85-A341-8E8CB928640B}" srcOrd="11" destOrd="0" presId="urn:microsoft.com/office/officeart/2005/8/layout/list1"/>
    <dgm:cxn modelId="{C14DB36C-04E3-4821-B3AD-75D0DAEEF7BD}" type="presParOf" srcId="{3D45CF91-0F6C-4752-990A-46C46E4AA1DE}" destId="{141A455E-2D53-462F-8955-0693681FF8B8}" srcOrd="12" destOrd="0" presId="urn:microsoft.com/office/officeart/2005/8/layout/list1"/>
    <dgm:cxn modelId="{31E02BF5-E44A-405A-BDCF-436FA7B9B7BF}" type="presParOf" srcId="{141A455E-2D53-462F-8955-0693681FF8B8}" destId="{2C2CE4B3-1E47-4C69-922B-1396D1405BB9}" srcOrd="0" destOrd="0" presId="urn:microsoft.com/office/officeart/2005/8/layout/list1"/>
    <dgm:cxn modelId="{B3A425A8-10E6-4126-B79B-B57D9131EB61}" type="presParOf" srcId="{141A455E-2D53-462F-8955-0693681FF8B8}" destId="{32474C77-EAF3-49B0-ABB7-FCB02429C30E}" srcOrd="1" destOrd="0" presId="urn:microsoft.com/office/officeart/2005/8/layout/list1"/>
    <dgm:cxn modelId="{6C76F262-A8BE-4008-A94B-E58FF221E576}" type="presParOf" srcId="{3D45CF91-0F6C-4752-990A-46C46E4AA1DE}" destId="{3612C63D-4219-49FB-8365-CF1BBDD760C9}" srcOrd="13" destOrd="0" presId="urn:microsoft.com/office/officeart/2005/8/layout/list1"/>
    <dgm:cxn modelId="{44458C68-003A-4286-A97A-E80B753D0BB0}" type="presParOf" srcId="{3D45CF91-0F6C-4752-990A-46C46E4AA1DE}" destId="{AE65E176-6137-44E3-B067-F4F8DE639FE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310285-E56A-42B7-9915-99477FAA8A1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F8323E-010D-4381-B25F-BE00359938A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baseline="0"/>
            <a:t>Carbon Emissions per unit falling</a:t>
          </a:r>
          <a:endParaRPr lang="en-US"/>
        </a:p>
      </dgm:t>
    </dgm:pt>
    <dgm:pt modelId="{3BDC5EBD-52BC-45C9-BCDC-971EEE862B9B}" type="parTrans" cxnId="{CD862172-19D1-40C9-968F-0875510BFD38}">
      <dgm:prSet/>
      <dgm:spPr/>
      <dgm:t>
        <a:bodyPr/>
        <a:lstStyle/>
        <a:p>
          <a:endParaRPr lang="en-US"/>
        </a:p>
      </dgm:t>
    </dgm:pt>
    <dgm:pt modelId="{380DAD5A-1F29-4864-A6F1-3F9E2E53CAE4}" type="sibTrans" cxnId="{CD862172-19D1-40C9-968F-0875510BFD38}">
      <dgm:prSet/>
      <dgm:spPr/>
      <dgm:t>
        <a:bodyPr/>
        <a:lstStyle/>
        <a:p>
          <a:endParaRPr lang="en-US"/>
        </a:p>
      </dgm:t>
    </dgm:pt>
    <dgm:pt modelId="{64032272-9D54-4EAA-B9F7-F98FDCD3312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Direct link to coal decline and renewables growth</a:t>
          </a:r>
          <a:endParaRPr lang="en-US"/>
        </a:p>
      </dgm:t>
    </dgm:pt>
    <dgm:pt modelId="{D106052A-48F8-4739-85FD-B482447AA4B2}" type="parTrans" cxnId="{826887C2-8978-48E6-8648-0BBBFE2AE16B}">
      <dgm:prSet/>
      <dgm:spPr/>
      <dgm:t>
        <a:bodyPr/>
        <a:lstStyle/>
        <a:p>
          <a:endParaRPr lang="en-US"/>
        </a:p>
      </dgm:t>
    </dgm:pt>
    <dgm:pt modelId="{0438B750-4F92-4C8A-8391-CECBA5F623BE}" type="sibTrans" cxnId="{826887C2-8978-48E6-8648-0BBBFE2AE16B}">
      <dgm:prSet/>
      <dgm:spPr/>
      <dgm:t>
        <a:bodyPr/>
        <a:lstStyle/>
        <a:p>
          <a:endParaRPr lang="en-US"/>
        </a:p>
      </dgm:t>
    </dgm:pt>
    <dgm:pt modelId="{B480518C-8703-40FB-ACA8-F474AA8089D2}" type="pres">
      <dgm:prSet presAssocID="{E9310285-E56A-42B7-9915-99477FAA8A10}" presName="root" presStyleCnt="0">
        <dgm:presLayoutVars>
          <dgm:dir/>
          <dgm:resizeHandles val="exact"/>
        </dgm:presLayoutVars>
      </dgm:prSet>
      <dgm:spPr/>
    </dgm:pt>
    <dgm:pt modelId="{FD412997-277B-4407-86FC-548D9B30905B}" type="pres">
      <dgm:prSet presAssocID="{FFF8323E-010D-4381-B25F-BE00359938AB}" presName="compNode" presStyleCnt="0"/>
      <dgm:spPr/>
    </dgm:pt>
    <dgm:pt modelId="{D4903DF3-4186-4F80-9E68-B9D2FF04F051}" type="pres">
      <dgm:prSet presAssocID="{FFF8323E-010D-4381-B25F-BE00359938A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562860D-3EE0-43D4-A37F-E99F867F39ED}" type="pres">
      <dgm:prSet presAssocID="{FFF8323E-010D-4381-B25F-BE00359938AB}" presName="spaceRect" presStyleCnt="0"/>
      <dgm:spPr/>
    </dgm:pt>
    <dgm:pt modelId="{4A34B436-396D-45F2-BE4D-086AFBB24C26}" type="pres">
      <dgm:prSet presAssocID="{FFF8323E-010D-4381-B25F-BE00359938AB}" presName="textRect" presStyleLbl="revTx" presStyleIdx="0" presStyleCnt="2">
        <dgm:presLayoutVars>
          <dgm:chMax val="1"/>
          <dgm:chPref val="1"/>
        </dgm:presLayoutVars>
      </dgm:prSet>
      <dgm:spPr/>
    </dgm:pt>
    <dgm:pt modelId="{908EFC70-7B4D-426B-80A3-DF89778B6E15}" type="pres">
      <dgm:prSet presAssocID="{380DAD5A-1F29-4864-A6F1-3F9E2E53CAE4}" presName="sibTrans" presStyleCnt="0"/>
      <dgm:spPr/>
    </dgm:pt>
    <dgm:pt modelId="{9966CB94-FB90-433A-90AF-C227FCB20B5C}" type="pres">
      <dgm:prSet presAssocID="{64032272-9D54-4EAA-B9F7-F98FDCD3312B}" presName="compNode" presStyleCnt="0"/>
      <dgm:spPr/>
    </dgm:pt>
    <dgm:pt modelId="{70DDFF3A-3F8C-401D-B976-D591000BF68B}" type="pres">
      <dgm:prSet presAssocID="{64032272-9D54-4EAA-B9F7-F98FDCD3312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7CFFFF0D-65A8-4B12-B95E-428BE8151460}" type="pres">
      <dgm:prSet presAssocID="{64032272-9D54-4EAA-B9F7-F98FDCD3312B}" presName="spaceRect" presStyleCnt="0"/>
      <dgm:spPr/>
    </dgm:pt>
    <dgm:pt modelId="{D1D6903B-F397-4E9D-8FB9-BE173BB2FBE5}" type="pres">
      <dgm:prSet presAssocID="{64032272-9D54-4EAA-B9F7-F98FDCD3312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EC2D5C-FEBF-4B40-9A2A-88EE440206B3}" type="presOf" srcId="{E9310285-E56A-42B7-9915-99477FAA8A10}" destId="{B480518C-8703-40FB-ACA8-F474AA8089D2}" srcOrd="0" destOrd="0" presId="urn:microsoft.com/office/officeart/2018/2/layout/IconLabelList"/>
    <dgm:cxn modelId="{A5E3E861-0F51-4D98-9D64-83DDB6CE0D2F}" type="presOf" srcId="{FFF8323E-010D-4381-B25F-BE00359938AB}" destId="{4A34B436-396D-45F2-BE4D-086AFBB24C26}" srcOrd="0" destOrd="0" presId="urn:microsoft.com/office/officeart/2018/2/layout/IconLabelList"/>
    <dgm:cxn modelId="{CD862172-19D1-40C9-968F-0875510BFD38}" srcId="{E9310285-E56A-42B7-9915-99477FAA8A10}" destId="{FFF8323E-010D-4381-B25F-BE00359938AB}" srcOrd="0" destOrd="0" parTransId="{3BDC5EBD-52BC-45C9-BCDC-971EEE862B9B}" sibTransId="{380DAD5A-1F29-4864-A6F1-3F9E2E53CAE4}"/>
    <dgm:cxn modelId="{286DF28A-01B5-4548-A481-D6DE128E4067}" type="presOf" srcId="{64032272-9D54-4EAA-B9F7-F98FDCD3312B}" destId="{D1D6903B-F397-4E9D-8FB9-BE173BB2FBE5}" srcOrd="0" destOrd="0" presId="urn:microsoft.com/office/officeart/2018/2/layout/IconLabelList"/>
    <dgm:cxn modelId="{826887C2-8978-48E6-8648-0BBBFE2AE16B}" srcId="{E9310285-E56A-42B7-9915-99477FAA8A10}" destId="{64032272-9D54-4EAA-B9F7-F98FDCD3312B}" srcOrd="1" destOrd="0" parTransId="{D106052A-48F8-4739-85FD-B482447AA4B2}" sibTransId="{0438B750-4F92-4C8A-8391-CECBA5F623BE}"/>
    <dgm:cxn modelId="{FA4BA3DC-3649-4AF2-B4B2-CB444383250D}" type="presParOf" srcId="{B480518C-8703-40FB-ACA8-F474AA8089D2}" destId="{FD412997-277B-4407-86FC-548D9B30905B}" srcOrd="0" destOrd="0" presId="urn:microsoft.com/office/officeart/2018/2/layout/IconLabelList"/>
    <dgm:cxn modelId="{8B15C245-359A-4793-AFF9-B8147A509D05}" type="presParOf" srcId="{FD412997-277B-4407-86FC-548D9B30905B}" destId="{D4903DF3-4186-4F80-9E68-B9D2FF04F051}" srcOrd="0" destOrd="0" presId="urn:microsoft.com/office/officeart/2018/2/layout/IconLabelList"/>
    <dgm:cxn modelId="{2703BA53-31FD-4CC5-A39C-131C3E21D4AA}" type="presParOf" srcId="{FD412997-277B-4407-86FC-548D9B30905B}" destId="{5562860D-3EE0-43D4-A37F-E99F867F39ED}" srcOrd="1" destOrd="0" presId="urn:microsoft.com/office/officeart/2018/2/layout/IconLabelList"/>
    <dgm:cxn modelId="{6C4FBC7D-33E6-40A8-B641-5C99B7624B76}" type="presParOf" srcId="{FD412997-277B-4407-86FC-548D9B30905B}" destId="{4A34B436-396D-45F2-BE4D-086AFBB24C26}" srcOrd="2" destOrd="0" presId="urn:microsoft.com/office/officeart/2018/2/layout/IconLabelList"/>
    <dgm:cxn modelId="{6DB2DDF8-D660-482D-87FC-EDCAB807BD46}" type="presParOf" srcId="{B480518C-8703-40FB-ACA8-F474AA8089D2}" destId="{908EFC70-7B4D-426B-80A3-DF89778B6E15}" srcOrd="1" destOrd="0" presId="urn:microsoft.com/office/officeart/2018/2/layout/IconLabelList"/>
    <dgm:cxn modelId="{874EBDF9-7DC5-4411-A49A-17F043EBCF79}" type="presParOf" srcId="{B480518C-8703-40FB-ACA8-F474AA8089D2}" destId="{9966CB94-FB90-433A-90AF-C227FCB20B5C}" srcOrd="2" destOrd="0" presId="urn:microsoft.com/office/officeart/2018/2/layout/IconLabelList"/>
    <dgm:cxn modelId="{0D4274C1-7745-4EF2-99CC-C3758EF3914B}" type="presParOf" srcId="{9966CB94-FB90-433A-90AF-C227FCB20B5C}" destId="{70DDFF3A-3F8C-401D-B976-D591000BF68B}" srcOrd="0" destOrd="0" presId="urn:microsoft.com/office/officeart/2018/2/layout/IconLabelList"/>
    <dgm:cxn modelId="{0E80F1BC-7F60-4CB7-B623-E6CFEF9DAD49}" type="presParOf" srcId="{9966CB94-FB90-433A-90AF-C227FCB20B5C}" destId="{7CFFFF0D-65A8-4B12-B95E-428BE8151460}" srcOrd="1" destOrd="0" presId="urn:microsoft.com/office/officeart/2018/2/layout/IconLabelList"/>
    <dgm:cxn modelId="{81162F5D-96D8-445B-8EB0-F5823A1B7048}" type="presParOf" srcId="{9966CB94-FB90-433A-90AF-C227FCB20B5C}" destId="{D1D6903B-F397-4E9D-8FB9-BE173BB2FBE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5720D3-DBB5-4779-8565-87AD807B9FA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854825-2639-410F-AAAB-DDB4E45F9ECE}">
      <dgm:prSet custT="1"/>
      <dgm:spPr/>
      <dgm:t>
        <a:bodyPr/>
        <a:lstStyle/>
        <a:p>
          <a:r>
            <a:rPr lang="en-GB" sz="2000" b="0" i="0" baseline="0" dirty="0"/>
            <a:t>Renewables offer 30%-50% of generation. Can see rise in renewable sources than fossil fuels over the period.</a:t>
          </a:r>
          <a:endParaRPr lang="en-US" sz="2000" dirty="0"/>
        </a:p>
      </dgm:t>
    </dgm:pt>
    <dgm:pt modelId="{2D48A337-165A-429F-8776-ACCA4A5FFB57}" type="parTrans" cxnId="{C7A7E21C-990E-4F8A-A8CC-9FF0424AC900}">
      <dgm:prSet/>
      <dgm:spPr/>
      <dgm:t>
        <a:bodyPr/>
        <a:lstStyle/>
        <a:p>
          <a:endParaRPr lang="en-US"/>
        </a:p>
      </dgm:t>
    </dgm:pt>
    <dgm:pt modelId="{3FE65F0D-B51D-4C02-BC78-5F71F40CCB5D}" type="sibTrans" cxnId="{C7A7E21C-990E-4F8A-A8CC-9FF0424AC900}">
      <dgm:prSet/>
      <dgm:spPr/>
      <dgm:t>
        <a:bodyPr/>
        <a:lstStyle/>
        <a:p>
          <a:endParaRPr lang="en-US"/>
        </a:p>
      </dgm:t>
    </dgm:pt>
    <dgm:pt modelId="{AD04B4AA-C716-4903-803F-6884C6931245}">
      <dgm:prSet custT="1"/>
      <dgm:spPr/>
      <dgm:t>
        <a:bodyPr/>
        <a:lstStyle/>
        <a:p>
          <a:r>
            <a:rPr lang="en-GB" sz="2000" dirty="0"/>
            <a:t>Fossil fuels are still needed during low wind/high-demand phase</a:t>
          </a:r>
          <a:endParaRPr lang="en-US" sz="2000" dirty="0"/>
        </a:p>
      </dgm:t>
    </dgm:pt>
    <dgm:pt modelId="{20CCE615-951E-4EC1-95C1-F064FB564140}" type="parTrans" cxnId="{7B64072F-3B9E-4C1E-934C-AEFFB9024CD2}">
      <dgm:prSet/>
      <dgm:spPr/>
      <dgm:t>
        <a:bodyPr/>
        <a:lstStyle/>
        <a:p>
          <a:endParaRPr lang="en-US"/>
        </a:p>
      </dgm:t>
    </dgm:pt>
    <dgm:pt modelId="{A5FB85F1-CFA8-4661-B097-2820BA4F390F}" type="sibTrans" cxnId="{7B64072F-3B9E-4C1E-934C-AEFFB9024CD2}">
      <dgm:prSet/>
      <dgm:spPr/>
      <dgm:t>
        <a:bodyPr/>
        <a:lstStyle/>
        <a:p>
          <a:endParaRPr lang="en-US"/>
        </a:p>
      </dgm:t>
    </dgm:pt>
    <dgm:pt modelId="{8BE89EFA-9BDF-445A-BEE4-3D52E9F72117}" type="pres">
      <dgm:prSet presAssocID="{E35720D3-DBB5-4779-8565-87AD807B9FA7}" presName="root" presStyleCnt="0">
        <dgm:presLayoutVars>
          <dgm:dir/>
          <dgm:resizeHandles val="exact"/>
        </dgm:presLayoutVars>
      </dgm:prSet>
      <dgm:spPr/>
    </dgm:pt>
    <dgm:pt modelId="{8F114543-3B77-462A-9370-283F851BC802}" type="pres">
      <dgm:prSet presAssocID="{C2854825-2639-410F-AAAB-DDB4E45F9ECE}" presName="compNode" presStyleCnt="0"/>
      <dgm:spPr/>
    </dgm:pt>
    <dgm:pt modelId="{06A8A0F3-8796-4103-9E33-999478CBE2BC}" type="pres">
      <dgm:prSet presAssocID="{C2854825-2639-410F-AAAB-DDB4E45F9ECE}" presName="bgRect" presStyleLbl="bgShp" presStyleIdx="0" presStyleCnt="2" custLinFactNeighborX="-104" custLinFactNeighborY="4894"/>
      <dgm:spPr/>
    </dgm:pt>
    <dgm:pt modelId="{D88845C9-7D4A-4D72-A142-3DE9616BD17F}" type="pres">
      <dgm:prSet presAssocID="{C2854825-2639-410F-AAAB-DDB4E45F9ECE}" presName="iconRect" presStyleLbl="node1" presStyleIdx="0" presStyleCnt="2" custScaleX="216331" custScaleY="210600" custLinFactNeighborX="66498" custLinFactNeighborY="833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845EFB94-BAE4-45E3-8D53-BA34422A0B98}" type="pres">
      <dgm:prSet presAssocID="{C2854825-2639-410F-AAAB-DDB4E45F9ECE}" presName="spaceRect" presStyleCnt="0"/>
      <dgm:spPr/>
    </dgm:pt>
    <dgm:pt modelId="{22B5D95D-F0F7-4685-A3D1-40AA280EF14D}" type="pres">
      <dgm:prSet presAssocID="{C2854825-2639-410F-AAAB-DDB4E45F9ECE}" presName="parTx" presStyleLbl="revTx" presStyleIdx="0" presStyleCnt="2" custScaleX="80121" custLinFactNeighborX="-169" custLinFactNeighborY="7952">
        <dgm:presLayoutVars>
          <dgm:chMax val="0"/>
          <dgm:chPref val="0"/>
        </dgm:presLayoutVars>
      </dgm:prSet>
      <dgm:spPr/>
    </dgm:pt>
    <dgm:pt modelId="{3B29AA72-12F2-4A05-9A19-ECDB7DBC2AA3}" type="pres">
      <dgm:prSet presAssocID="{3FE65F0D-B51D-4C02-BC78-5F71F40CCB5D}" presName="sibTrans" presStyleCnt="0"/>
      <dgm:spPr/>
    </dgm:pt>
    <dgm:pt modelId="{45CD5F3A-DF33-4484-B517-8833AE9A9E84}" type="pres">
      <dgm:prSet presAssocID="{AD04B4AA-C716-4903-803F-6884C6931245}" presName="compNode" presStyleCnt="0"/>
      <dgm:spPr/>
    </dgm:pt>
    <dgm:pt modelId="{1A585041-44B3-455C-AD7C-5E4C7C633A10}" type="pres">
      <dgm:prSet presAssocID="{AD04B4AA-C716-4903-803F-6884C6931245}" presName="bgRect" presStyleLbl="bgShp" presStyleIdx="1" presStyleCnt="2"/>
      <dgm:spPr/>
    </dgm:pt>
    <dgm:pt modelId="{51F8F108-A56F-46B9-9F11-109466BC1AE0}" type="pres">
      <dgm:prSet presAssocID="{AD04B4AA-C716-4903-803F-6884C6931245}" presName="iconRect" presStyleLbl="node1" presStyleIdx="1" presStyleCnt="2" custScaleX="164712" custScaleY="142321" custLinFactNeighborX="70064" custLinFactNeighborY="444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74A15D21-F0B2-4E26-A410-EAD41EEA3BF8}" type="pres">
      <dgm:prSet presAssocID="{AD04B4AA-C716-4903-803F-6884C6931245}" presName="spaceRect" presStyleCnt="0"/>
      <dgm:spPr/>
    </dgm:pt>
    <dgm:pt modelId="{C4B53D4D-46A5-4A93-B282-426287F5F583}" type="pres">
      <dgm:prSet presAssocID="{AD04B4AA-C716-4903-803F-6884C6931245}" presName="parTx" presStyleLbl="revTx" presStyleIdx="1" presStyleCnt="2" custScaleX="79399">
        <dgm:presLayoutVars>
          <dgm:chMax val="0"/>
          <dgm:chPref val="0"/>
        </dgm:presLayoutVars>
      </dgm:prSet>
      <dgm:spPr/>
    </dgm:pt>
  </dgm:ptLst>
  <dgm:cxnLst>
    <dgm:cxn modelId="{C7A7E21C-990E-4F8A-A8CC-9FF0424AC900}" srcId="{E35720D3-DBB5-4779-8565-87AD807B9FA7}" destId="{C2854825-2639-410F-AAAB-DDB4E45F9ECE}" srcOrd="0" destOrd="0" parTransId="{2D48A337-165A-429F-8776-ACCA4A5FFB57}" sibTransId="{3FE65F0D-B51D-4C02-BC78-5F71F40CCB5D}"/>
    <dgm:cxn modelId="{D9E2502E-C2EE-48CB-8B44-2C9536AC8952}" type="presOf" srcId="{C2854825-2639-410F-AAAB-DDB4E45F9ECE}" destId="{22B5D95D-F0F7-4685-A3D1-40AA280EF14D}" srcOrd="0" destOrd="0" presId="urn:microsoft.com/office/officeart/2018/2/layout/IconVerticalSolidList"/>
    <dgm:cxn modelId="{7B64072F-3B9E-4C1E-934C-AEFFB9024CD2}" srcId="{E35720D3-DBB5-4779-8565-87AD807B9FA7}" destId="{AD04B4AA-C716-4903-803F-6884C6931245}" srcOrd="1" destOrd="0" parTransId="{20CCE615-951E-4EC1-95C1-F064FB564140}" sibTransId="{A5FB85F1-CFA8-4661-B097-2820BA4F390F}"/>
    <dgm:cxn modelId="{CFF0FE6C-4B84-4E0B-B201-2DD7138AE5F9}" type="presOf" srcId="{AD04B4AA-C716-4903-803F-6884C6931245}" destId="{C4B53D4D-46A5-4A93-B282-426287F5F583}" srcOrd="0" destOrd="0" presId="urn:microsoft.com/office/officeart/2018/2/layout/IconVerticalSolidList"/>
    <dgm:cxn modelId="{9F90AAB2-D2FD-4C88-B2FA-38562E575FC2}" type="presOf" srcId="{E35720D3-DBB5-4779-8565-87AD807B9FA7}" destId="{8BE89EFA-9BDF-445A-BEE4-3D52E9F72117}" srcOrd="0" destOrd="0" presId="urn:microsoft.com/office/officeart/2018/2/layout/IconVerticalSolidList"/>
    <dgm:cxn modelId="{EAC4479D-A95A-44E2-BC14-6CE0C86756C2}" type="presParOf" srcId="{8BE89EFA-9BDF-445A-BEE4-3D52E9F72117}" destId="{8F114543-3B77-462A-9370-283F851BC802}" srcOrd="0" destOrd="0" presId="urn:microsoft.com/office/officeart/2018/2/layout/IconVerticalSolidList"/>
    <dgm:cxn modelId="{F91BC72E-96D0-4DFD-B96E-550603943707}" type="presParOf" srcId="{8F114543-3B77-462A-9370-283F851BC802}" destId="{06A8A0F3-8796-4103-9E33-999478CBE2BC}" srcOrd="0" destOrd="0" presId="urn:microsoft.com/office/officeart/2018/2/layout/IconVerticalSolidList"/>
    <dgm:cxn modelId="{A584BECE-61A2-481A-B4CA-8647B2B96B48}" type="presParOf" srcId="{8F114543-3B77-462A-9370-283F851BC802}" destId="{D88845C9-7D4A-4D72-A142-3DE9616BD17F}" srcOrd="1" destOrd="0" presId="urn:microsoft.com/office/officeart/2018/2/layout/IconVerticalSolidList"/>
    <dgm:cxn modelId="{D6143A7C-483B-4673-B86A-E63AD4AC9F79}" type="presParOf" srcId="{8F114543-3B77-462A-9370-283F851BC802}" destId="{845EFB94-BAE4-45E3-8D53-BA34422A0B98}" srcOrd="2" destOrd="0" presId="urn:microsoft.com/office/officeart/2018/2/layout/IconVerticalSolidList"/>
    <dgm:cxn modelId="{585A9F32-5DE1-49A4-9318-55CE531E8F9A}" type="presParOf" srcId="{8F114543-3B77-462A-9370-283F851BC802}" destId="{22B5D95D-F0F7-4685-A3D1-40AA280EF14D}" srcOrd="3" destOrd="0" presId="urn:microsoft.com/office/officeart/2018/2/layout/IconVerticalSolidList"/>
    <dgm:cxn modelId="{8C437161-9D55-4EA9-AE6B-9717075713F6}" type="presParOf" srcId="{8BE89EFA-9BDF-445A-BEE4-3D52E9F72117}" destId="{3B29AA72-12F2-4A05-9A19-ECDB7DBC2AA3}" srcOrd="1" destOrd="0" presId="urn:microsoft.com/office/officeart/2018/2/layout/IconVerticalSolidList"/>
    <dgm:cxn modelId="{FC56BD18-AD2C-4E7E-A6CD-5CD465312E29}" type="presParOf" srcId="{8BE89EFA-9BDF-445A-BEE4-3D52E9F72117}" destId="{45CD5F3A-DF33-4484-B517-8833AE9A9E84}" srcOrd="2" destOrd="0" presId="urn:microsoft.com/office/officeart/2018/2/layout/IconVerticalSolidList"/>
    <dgm:cxn modelId="{C360899D-E9C8-4384-A4E3-853DF0110AD3}" type="presParOf" srcId="{45CD5F3A-DF33-4484-B517-8833AE9A9E84}" destId="{1A585041-44B3-455C-AD7C-5E4C7C633A10}" srcOrd="0" destOrd="0" presId="urn:microsoft.com/office/officeart/2018/2/layout/IconVerticalSolidList"/>
    <dgm:cxn modelId="{3629AE00-6E66-4F1E-8B6E-4B44B001C3CC}" type="presParOf" srcId="{45CD5F3A-DF33-4484-B517-8833AE9A9E84}" destId="{51F8F108-A56F-46B9-9F11-109466BC1AE0}" srcOrd="1" destOrd="0" presId="urn:microsoft.com/office/officeart/2018/2/layout/IconVerticalSolidList"/>
    <dgm:cxn modelId="{367AEF05-75C5-4958-B757-FF153B2014AD}" type="presParOf" srcId="{45CD5F3A-DF33-4484-B517-8833AE9A9E84}" destId="{74A15D21-F0B2-4E26-A410-EAD41EEA3BF8}" srcOrd="2" destOrd="0" presId="urn:microsoft.com/office/officeart/2018/2/layout/IconVerticalSolidList"/>
    <dgm:cxn modelId="{0B671B67-4FE2-476D-94BA-AF2A6200364C}" type="presParOf" srcId="{45CD5F3A-DF33-4484-B517-8833AE9A9E84}" destId="{C4B53D4D-46A5-4A93-B282-426287F5F5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0CFBD0-0632-409A-8BB4-D4836C8FAED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1F4561A-CB99-46E7-B217-82484EFD9EC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Accelerate/Invest in Renewable Deployment.</a:t>
          </a:r>
          <a:endParaRPr lang="en-US"/>
        </a:p>
      </dgm:t>
    </dgm:pt>
    <dgm:pt modelId="{3C350E9E-C3C2-4DEC-AC88-8308583E46BB}" type="parTrans" cxnId="{43AFBBCD-A340-41C6-82C9-49F3B7DAC231}">
      <dgm:prSet/>
      <dgm:spPr/>
      <dgm:t>
        <a:bodyPr/>
        <a:lstStyle/>
        <a:p>
          <a:endParaRPr lang="en-US"/>
        </a:p>
      </dgm:t>
    </dgm:pt>
    <dgm:pt modelId="{4B328176-C9C8-4293-8A26-328A196D6CF9}" type="sibTrans" cxnId="{43AFBBCD-A340-41C6-82C9-49F3B7DAC231}">
      <dgm:prSet/>
      <dgm:spPr/>
      <dgm:t>
        <a:bodyPr/>
        <a:lstStyle/>
        <a:p>
          <a:endParaRPr lang="en-US"/>
        </a:p>
      </dgm:t>
    </dgm:pt>
    <dgm:pt modelId="{E109BBAA-626D-4202-8F04-F24154949B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Expand Storage</a:t>
          </a:r>
          <a:endParaRPr lang="en-US"/>
        </a:p>
      </dgm:t>
    </dgm:pt>
    <dgm:pt modelId="{0A0746D8-58C0-41FB-B446-7CB6E86A869C}" type="parTrans" cxnId="{8717CB5E-D900-4C88-ACE6-7271EC68FA4F}">
      <dgm:prSet/>
      <dgm:spPr/>
      <dgm:t>
        <a:bodyPr/>
        <a:lstStyle/>
        <a:p>
          <a:endParaRPr lang="en-US"/>
        </a:p>
      </dgm:t>
    </dgm:pt>
    <dgm:pt modelId="{E317CE51-6DD4-4D62-A97A-E710AD63FEFF}" type="sibTrans" cxnId="{8717CB5E-D900-4C88-ACE6-7271EC68FA4F}">
      <dgm:prSet/>
      <dgm:spPr/>
      <dgm:t>
        <a:bodyPr/>
        <a:lstStyle/>
        <a:p>
          <a:endParaRPr lang="en-US"/>
        </a:p>
      </dgm:t>
    </dgm:pt>
    <dgm:pt modelId="{B10D36E8-62C7-4ACA-9698-BF3C7D5D0C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Enhance Interconnectors</a:t>
          </a:r>
          <a:endParaRPr lang="en-US"/>
        </a:p>
      </dgm:t>
    </dgm:pt>
    <dgm:pt modelId="{1DB24FCE-FF34-4C8D-A192-A8D76769008B}" type="parTrans" cxnId="{EF3A022E-F1C6-49BD-B36A-CB85CE9556DE}">
      <dgm:prSet/>
      <dgm:spPr/>
      <dgm:t>
        <a:bodyPr/>
        <a:lstStyle/>
        <a:p>
          <a:endParaRPr lang="en-US"/>
        </a:p>
      </dgm:t>
    </dgm:pt>
    <dgm:pt modelId="{4996BBCB-FAEC-4199-BF4F-AA871282C72D}" type="sibTrans" cxnId="{EF3A022E-F1C6-49BD-B36A-CB85CE9556DE}">
      <dgm:prSet/>
      <dgm:spPr/>
      <dgm:t>
        <a:bodyPr/>
        <a:lstStyle/>
        <a:p>
          <a:endParaRPr lang="en-US"/>
        </a:p>
      </dgm:t>
    </dgm:pt>
    <dgm:pt modelId="{EF53D5B8-454B-402E-BF17-F81DEB00D6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Monitor Carbon Intensity Live</a:t>
          </a:r>
          <a:endParaRPr lang="en-US"/>
        </a:p>
      </dgm:t>
    </dgm:pt>
    <dgm:pt modelId="{33E0E010-A790-4D9D-8B97-D45BA76686D4}" type="parTrans" cxnId="{DDBFA294-AAF9-429B-9A44-3F8614C14482}">
      <dgm:prSet/>
      <dgm:spPr/>
      <dgm:t>
        <a:bodyPr/>
        <a:lstStyle/>
        <a:p>
          <a:endParaRPr lang="en-US"/>
        </a:p>
      </dgm:t>
    </dgm:pt>
    <dgm:pt modelId="{DD204ED5-61D3-4A17-A1D9-0403671C6941}" type="sibTrans" cxnId="{DDBFA294-AAF9-429B-9A44-3F8614C14482}">
      <dgm:prSet/>
      <dgm:spPr/>
      <dgm:t>
        <a:bodyPr/>
        <a:lstStyle/>
        <a:p>
          <a:endParaRPr lang="en-US"/>
        </a:p>
      </dgm:t>
    </dgm:pt>
    <dgm:pt modelId="{5ED7BBC7-F76A-4359-BF4F-B13FE121FAC0}" type="pres">
      <dgm:prSet presAssocID="{910CFBD0-0632-409A-8BB4-D4836C8FAED6}" presName="root" presStyleCnt="0">
        <dgm:presLayoutVars>
          <dgm:dir/>
          <dgm:resizeHandles val="exact"/>
        </dgm:presLayoutVars>
      </dgm:prSet>
      <dgm:spPr/>
    </dgm:pt>
    <dgm:pt modelId="{E4C09AA7-7C5D-4976-8CE9-00275E4AFDC5}" type="pres">
      <dgm:prSet presAssocID="{C1F4561A-CB99-46E7-B217-82484EFD9EC5}" presName="compNode" presStyleCnt="0"/>
      <dgm:spPr/>
    </dgm:pt>
    <dgm:pt modelId="{433CF631-5C67-478A-A3AC-83AB443E6671}" type="pres">
      <dgm:prSet presAssocID="{C1F4561A-CB99-46E7-B217-82484EFD9EC5}" presName="iconBgRect" presStyleLbl="bgShp" presStyleIdx="0" presStyleCnt="4"/>
      <dgm:spPr>
        <a:solidFill>
          <a:srgbClr val="002060"/>
        </a:solidFill>
      </dgm:spPr>
    </dgm:pt>
    <dgm:pt modelId="{605C0BAB-9E60-491A-9CF9-CC38E87F611B}" type="pres">
      <dgm:prSet presAssocID="{C1F4561A-CB99-46E7-B217-82484EFD9E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AEAB5A56-58D2-480C-B792-F081F5973A32}" type="pres">
      <dgm:prSet presAssocID="{C1F4561A-CB99-46E7-B217-82484EFD9EC5}" presName="spaceRect" presStyleCnt="0"/>
      <dgm:spPr/>
    </dgm:pt>
    <dgm:pt modelId="{405B65F3-D2FC-44AE-B799-559E3873F5E8}" type="pres">
      <dgm:prSet presAssocID="{C1F4561A-CB99-46E7-B217-82484EFD9EC5}" presName="textRect" presStyleLbl="revTx" presStyleIdx="0" presStyleCnt="4">
        <dgm:presLayoutVars>
          <dgm:chMax val="1"/>
          <dgm:chPref val="1"/>
        </dgm:presLayoutVars>
      </dgm:prSet>
      <dgm:spPr/>
    </dgm:pt>
    <dgm:pt modelId="{FFB568B1-BB5A-4F66-8553-155B1A64A2ED}" type="pres">
      <dgm:prSet presAssocID="{4B328176-C9C8-4293-8A26-328A196D6CF9}" presName="sibTrans" presStyleCnt="0"/>
      <dgm:spPr/>
    </dgm:pt>
    <dgm:pt modelId="{C3B99358-0889-4CFF-83F4-37A9F3BC238C}" type="pres">
      <dgm:prSet presAssocID="{E109BBAA-626D-4202-8F04-F24154949BC8}" presName="compNode" presStyleCnt="0"/>
      <dgm:spPr/>
    </dgm:pt>
    <dgm:pt modelId="{879FA053-F30B-4A82-A968-239B14FC5D0D}" type="pres">
      <dgm:prSet presAssocID="{E109BBAA-626D-4202-8F04-F24154949BC8}" presName="iconBgRect" presStyleLbl="bgShp" presStyleIdx="1" presStyleCnt="4"/>
      <dgm:spPr>
        <a:solidFill>
          <a:srgbClr val="002060"/>
        </a:solidFill>
      </dgm:spPr>
    </dgm:pt>
    <dgm:pt modelId="{EF152E0F-C0DB-4279-84AC-85D368760B6F}" type="pres">
      <dgm:prSet presAssocID="{E109BBAA-626D-4202-8F04-F24154949BC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14425574-9A38-472B-B0CA-5ABFC55A5D57}" type="pres">
      <dgm:prSet presAssocID="{E109BBAA-626D-4202-8F04-F24154949BC8}" presName="spaceRect" presStyleCnt="0"/>
      <dgm:spPr/>
    </dgm:pt>
    <dgm:pt modelId="{A132D06D-152E-4B49-B4DA-69633D379F92}" type="pres">
      <dgm:prSet presAssocID="{E109BBAA-626D-4202-8F04-F24154949BC8}" presName="textRect" presStyleLbl="revTx" presStyleIdx="1" presStyleCnt="4">
        <dgm:presLayoutVars>
          <dgm:chMax val="1"/>
          <dgm:chPref val="1"/>
        </dgm:presLayoutVars>
      </dgm:prSet>
      <dgm:spPr/>
    </dgm:pt>
    <dgm:pt modelId="{A37C2379-BE55-484F-ADAD-DA97AA4129B3}" type="pres">
      <dgm:prSet presAssocID="{E317CE51-6DD4-4D62-A97A-E710AD63FEFF}" presName="sibTrans" presStyleCnt="0"/>
      <dgm:spPr/>
    </dgm:pt>
    <dgm:pt modelId="{9C83F906-9809-49FC-84C3-A8D66582582A}" type="pres">
      <dgm:prSet presAssocID="{B10D36E8-62C7-4ACA-9698-BF3C7D5D0CE3}" presName="compNode" presStyleCnt="0"/>
      <dgm:spPr/>
    </dgm:pt>
    <dgm:pt modelId="{0306E063-F034-4D37-B2E9-C5FD1753D09F}" type="pres">
      <dgm:prSet presAssocID="{B10D36E8-62C7-4ACA-9698-BF3C7D5D0CE3}" presName="iconBgRect" presStyleLbl="bgShp" presStyleIdx="2" presStyleCnt="4"/>
      <dgm:spPr>
        <a:solidFill>
          <a:srgbClr val="002060"/>
        </a:solidFill>
      </dgm:spPr>
    </dgm:pt>
    <dgm:pt modelId="{1225F40A-73FC-43EB-A3E4-D76520E4EB6A}" type="pres">
      <dgm:prSet presAssocID="{B10D36E8-62C7-4ACA-9698-BF3C7D5D0C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C853747-D73F-445B-8A77-634EC2DB4291}" type="pres">
      <dgm:prSet presAssocID="{B10D36E8-62C7-4ACA-9698-BF3C7D5D0CE3}" presName="spaceRect" presStyleCnt="0"/>
      <dgm:spPr/>
    </dgm:pt>
    <dgm:pt modelId="{5273ECB3-8585-4F36-B969-106EA27B102A}" type="pres">
      <dgm:prSet presAssocID="{B10D36E8-62C7-4ACA-9698-BF3C7D5D0CE3}" presName="textRect" presStyleLbl="revTx" presStyleIdx="2" presStyleCnt="4">
        <dgm:presLayoutVars>
          <dgm:chMax val="1"/>
          <dgm:chPref val="1"/>
        </dgm:presLayoutVars>
      </dgm:prSet>
      <dgm:spPr/>
    </dgm:pt>
    <dgm:pt modelId="{8478FCE2-9B34-4FF5-A819-7ACCF4202ED8}" type="pres">
      <dgm:prSet presAssocID="{4996BBCB-FAEC-4199-BF4F-AA871282C72D}" presName="sibTrans" presStyleCnt="0"/>
      <dgm:spPr/>
    </dgm:pt>
    <dgm:pt modelId="{DBA79172-CABA-4B7B-A946-CC7D1EF3FC69}" type="pres">
      <dgm:prSet presAssocID="{EF53D5B8-454B-402E-BF17-F81DEB00D6E9}" presName="compNode" presStyleCnt="0"/>
      <dgm:spPr/>
    </dgm:pt>
    <dgm:pt modelId="{905BF350-1A9D-4EB0-A150-92E3405627B3}" type="pres">
      <dgm:prSet presAssocID="{EF53D5B8-454B-402E-BF17-F81DEB00D6E9}" presName="iconBgRect" presStyleLbl="bgShp" presStyleIdx="3" presStyleCnt="4"/>
      <dgm:spPr>
        <a:solidFill>
          <a:srgbClr val="002060"/>
        </a:solidFill>
      </dgm:spPr>
    </dgm:pt>
    <dgm:pt modelId="{53B2C914-9730-4715-B1BD-FD496B9920EC}" type="pres">
      <dgm:prSet presAssocID="{EF53D5B8-454B-402E-BF17-F81DEB00D6E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33C8EEE3-55E8-4E43-98D8-94F4F3EC43A8}" type="pres">
      <dgm:prSet presAssocID="{EF53D5B8-454B-402E-BF17-F81DEB00D6E9}" presName="spaceRect" presStyleCnt="0"/>
      <dgm:spPr/>
    </dgm:pt>
    <dgm:pt modelId="{3708C92D-46C9-461C-B558-438880FC245A}" type="pres">
      <dgm:prSet presAssocID="{EF53D5B8-454B-402E-BF17-F81DEB00D6E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D62B11-5DA0-4D0C-9088-1E4C4C8D2FB4}" type="presOf" srcId="{C1F4561A-CB99-46E7-B217-82484EFD9EC5}" destId="{405B65F3-D2FC-44AE-B799-559E3873F5E8}" srcOrd="0" destOrd="0" presId="urn:microsoft.com/office/officeart/2018/5/layout/IconCircleLabelList"/>
    <dgm:cxn modelId="{0A4CBA11-33C3-46A1-8651-DF88240ED36A}" type="presOf" srcId="{EF53D5B8-454B-402E-BF17-F81DEB00D6E9}" destId="{3708C92D-46C9-461C-B558-438880FC245A}" srcOrd="0" destOrd="0" presId="urn:microsoft.com/office/officeart/2018/5/layout/IconCircleLabelList"/>
    <dgm:cxn modelId="{EF3A022E-F1C6-49BD-B36A-CB85CE9556DE}" srcId="{910CFBD0-0632-409A-8BB4-D4836C8FAED6}" destId="{B10D36E8-62C7-4ACA-9698-BF3C7D5D0CE3}" srcOrd="2" destOrd="0" parTransId="{1DB24FCE-FF34-4C8D-A192-A8D76769008B}" sibTransId="{4996BBCB-FAEC-4199-BF4F-AA871282C72D}"/>
    <dgm:cxn modelId="{8717CB5E-D900-4C88-ACE6-7271EC68FA4F}" srcId="{910CFBD0-0632-409A-8BB4-D4836C8FAED6}" destId="{E109BBAA-626D-4202-8F04-F24154949BC8}" srcOrd="1" destOrd="0" parTransId="{0A0746D8-58C0-41FB-B446-7CB6E86A869C}" sibTransId="{E317CE51-6DD4-4D62-A97A-E710AD63FEFF}"/>
    <dgm:cxn modelId="{37BE8649-E2AF-4ECA-B1DF-58569B17ED08}" type="presOf" srcId="{E109BBAA-626D-4202-8F04-F24154949BC8}" destId="{A132D06D-152E-4B49-B4DA-69633D379F92}" srcOrd="0" destOrd="0" presId="urn:microsoft.com/office/officeart/2018/5/layout/IconCircleLabelList"/>
    <dgm:cxn modelId="{DDBFA294-AAF9-429B-9A44-3F8614C14482}" srcId="{910CFBD0-0632-409A-8BB4-D4836C8FAED6}" destId="{EF53D5B8-454B-402E-BF17-F81DEB00D6E9}" srcOrd="3" destOrd="0" parTransId="{33E0E010-A790-4D9D-8B97-D45BA76686D4}" sibTransId="{DD204ED5-61D3-4A17-A1D9-0403671C6941}"/>
    <dgm:cxn modelId="{314E6CBD-DF04-4FBF-BA67-2219DB52E6F8}" type="presOf" srcId="{910CFBD0-0632-409A-8BB4-D4836C8FAED6}" destId="{5ED7BBC7-F76A-4359-BF4F-B13FE121FAC0}" srcOrd="0" destOrd="0" presId="urn:microsoft.com/office/officeart/2018/5/layout/IconCircleLabelList"/>
    <dgm:cxn modelId="{7B98A0C6-2AB0-4EAC-BB8E-9CE4ED65BC83}" type="presOf" srcId="{B10D36E8-62C7-4ACA-9698-BF3C7D5D0CE3}" destId="{5273ECB3-8585-4F36-B969-106EA27B102A}" srcOrd="0" destOrd="0" presId="urn:microsoft.com/office/officeart/2018/5/layout/IconCircleLabelList"/>
    <dgm:cxn modelId="{43AFBBCD-A340-41C6-82C9-49F3B7DAC231}" srcId="{910CFBD0-0632-409A-8BB4-D4836C8FAED6}" destId="{C1F4561A-CB99-46E7-B217-82484EFD9EC5}" srcOrd="0" destOrd="0" parTransId="{3C350E9E-C3C2-4DEC-AC88-8308583E46BB}" sibTransId="{4B328176-C9C8-4293-8A26-328A196D6CF9}"/>
    <dgm:cxn modelId="{C161C337-2A3C-42BD-993B-C8C4703101CD}" type="presParOf" srcId="{5ED7BBC7-F76A-4359-BF4F-B13FE121FAC0}" destId="{E4C09AA7-7C5D-4976-8CE9-00275E4AFDC5}" srcOrd="0" destOrd="0" presId="urn:microsoft.com/office/officeart/2018/5/layout/IconCircleLabelList"/>
    <dgm:cxn modelId="{8FAF1DA3-C24D-49D5-BAED-3FE459436FFD}" type="presParOf" srcId="{E4C09AA7-7C5D-4976-8CE9-00275E4AFDC5}" destId="{433CF631-5C67-478A-A3AC-83AB443E6671}" srcOrd="0" destOrd="0" presId="urn:microsoft.com/office/officeart/2018/5/layout/IconCircleLabelList"/>
    <dgm:cxn modelId="{055E3AD5-FB6D-4ADA-8560-9F39BF7BC714}" type="presParOf" srcId="{E4C09AA7-7C5D-4976-8CE9-00275E4AFDC5}" destId="{605C0BAB-9E60-491A-9CF9-CC38E87F611B}" srcOrd="1" destOrd="0" presId="urn:microsoft.com/office/officeart/2018/5/layout/IconCircleLabelList"/>
    <dgm:cxn modelId="{5946EF3A-5934-4EC7-A819-C42F7C42C264}" type="presParOf" srcId="{E4C09AA7-7C5D-4976-8CE9-00275E4AFDC5}" destId="{AEAB5A56-58D2-480C-B792-F081F5973A32}" srcOrd="2" destOrd="0" presId="urn:microsoft.com/office/officeart/2018/5/layout/IconCircleLabelList"/>
    <dgm:cxn modelId="{65CD5C57-F7CB-4124-BBFB-CFC5019DB62B}" type="presParOf" srcId="{E4C09AA7-7C5D-4976-8CE9-00275E4AFDC5}" destId="{405B65F3-D2FC-44AE-B799-559E3873F5E8}" srcOrd="3" destOrd="0" presId="urn:microsoft.com/office/officeart/2018/5/layout/IconCircleLabelList"/>
    <dgm:cxn modelId="{F2A5F6E3-0CCF-413D-A9EA-C91934B7C1E5}" type="presParOf" srcId="{5ED7BBC7-F76A-4359-BF4F-B13FE121FAC0}" destId="{FFB568B1-BB5A-4F66-8553-155B1A64A2ED}" srcOrd="1" destOrd="0" presId="urn:microsoft.com/office/officeart/2018/5/layout/IconCircleLabelList"/>
    <dgm:cxn modelId="{8BAD1567-3C65-4D0B-ADCF-383280853513}" type="presParOf" srcId="{5ED7BBC7-F76A-4359-BF4F-B13FE121FAC0}" destId="{C3B99358-0889-4CFF-83F4-37A9F3BC238C}" srcOrd="2" destOrd="0" presId="urn:microsoft.com/office/officeart/2018/5/layout/IconCircleLabelList"/>
    <dgm:cxn modelId="{9D68E378-5CE3-41FA-B6DA-CDD4B17F032F}" type="presParOf" srcId="{C3B99358-0889-4CFF-83F4-37A9F3BC238C}" destId="{879FA053-F30B-4A82-A968-239B14FC5D0D}" srcOrd="0" destOrd="0" presId="urn:microsoft.com/office/officeart/2018/5/layout/IconCircleLabelList"/>
    <dgm:cxn modelId="{A99C810A-89C9-4DF0-9D38-84CDA8658AA1}" type="presParOf" srcId="{C3B99358-0889-4CFF-83F4-37A9F3BC238C}" destId="{EF152E0F-C0DB-4279-84AC-85D368760B6F}" srcOrd="1" destOrd="0" presId="urn:microsoft.com/office/officeart/2018/5/layout/IconCircleLabelList"/>
    <dgm:cxn modelId="{D597C262-8C11-4CA6-A30E-8149F4B1B8D0}" type="presParOf" srcId="{C3B99358-0889-4CFF-83F4-37A9F3BC238C}" destId="{14425574-9A38-472B-B0CA-5ABFC55A5D57}" srcOrd="2" destOrd="0" presId="urn:microsoft.com/office/officeart/2018/5/layout/IconCircleLabelList"/>
    <dgm:cxn modelId="{FAC766EA-4B9C-45F2-801D-EBBAE4930337}" type="presParOf" srcId="{C3B99358-0889-4CFF-83F4-37A9F3BC238C}" destId="{A132D06D-152E-4B49-B4DA-69633D379F92}" srcOrd="3" destOrd="0" presId="urn:microsoft.com/office/officeart/2018/5/layout/IconCircleLabelList"/>
    <dgm:cxn modelId="{B297DFC7-9EF8-475B-A26A-CBECF3E1BD4B}" type="presParOf" srcId="{5ED7BBC7-F76A-4359-BF4F-B13FE121FAC0}" destId="{A37C2379-BE55-484F-ADAD-DA97AA4129B3}" srcOrd="3" destOrd="0" presId="urn:microsoft.com/office/officeart/2018/5/layout/IconCircleLabelList"/>
    <dgm:cxn modelId="{A829020C-0873-4C3E-95C8-070D84CECDA3}" type="presParOf" srcId="{5ED7BBC7-F76A-4359-BF4F-B13FE121FAC0}" destId="{9C83F906-9809-49FC-84C3-A8D66582582A}" srcOrd="4" destOrd="0" presId="urn:microsoft.com/office/officeart/2018/5/layout/IconCircleLabelList"/>
    <dgm:cxn modelId="{4176F564-F644-4DF8-8DFB-98ED46FB4128}" type="presParOf" srcId="{9C83F906-9809-49FC-84C3-A8D66582582A}" destId="{0306E063-F034-4D37-B2E9-C5FD1753D09F}" srcOrd="0" destOrd="0" presId="urn:microsoft.com/office/officeart/2018/5/layout/IconCircleLabelList"/>
    <dgm:cxn modelId="{2ED06608-A2FE-4C29-8556-3A807B566392}" type="presParOf" srcId="{9C83F906-9809-49FC-84C3-A8D66582582A}" destId="{1225F40A-73FC-43EB-A3E4-D76520E4EB6A}" srcOrd="1" destOrd="0" presId="urn:microsoft.com/office/officeart/2018/5/layout/IconCircleLabelList"/>
    <dgm:cxn modelId="{DA011FA7-6EA6-4E78-94E4-D95974A288D0}" type="presParOf" srcId="{9C83F906-9809-49FC-84C3-A8D66582582A}" destId="{DC853747-D73F-445B-8A77-634EC2DB4291}" srcOrd="2" destOrd="0" presId="urn:microsoft.com/office/officeart/2018/5/layout/IconCircleLabelList"/>
    <dgm:cxn modelId="{696395B6-94B3-4554-ADBC-DC4233B5B1A3}" type="presParOf" srcId="{9C83F906-9809-49FC-84C3-A8D66582582A}" destId="{5273ECB3-8585-4F36-B969-106EA27B102A}" srcOrd="3" destOrd="0" presId="urn:microsoft.com/office/officeart/2018/5/layout/IconCircleLabelList"/>
    <dgm:cxn modelId="{EDDA8D08-B19B-49B5-B827-A422FDE55579}" type="presParOf" srcId="{5ED7BBC7-F76A-4359-BF4F-B13FE121FAC0}" destId="{8478FCE2-9B34-4FF5-A819-7ACCF4202ED8}" srcOrd="5" destOrd="0" presId="urn:microsoft.com/office/officeart/2018/5/layout/IconCircleLabelList"/>
    <dgm:cxn modelId="{27C12B47-F0C0-4CD2-9DFD-CAB5FD0F9436}" type="presParOf" srcId="{5ED7BBC7-F76A-4359-BF4F-B13FE121FAC0}" destId="{DBA79172-CABA-4B7B-A946-CC7D1EF3FC69}" srcOrd="6" destOrd="0" presId="urn:microsoft.com/office/officeart/2018/5/layout/IconCircleLabelList"/>
    <dgm:cxn modelId="{84D99842-978D-41A2-B5A1-7095ADC0C465}" type="presParOf" srcId="{DBA79172-CABA-4B7B-A946-CC7D1EF3FC69}" destId="{905BF350-1A9D-4EB0-A150-92E3405627B3}" srcOrd="0" destOrd="0" presId="urn:microsoft.com/office/officeart/2018/5/layout/IconCircleLabelList"/>
    <dgm:cxn modelId="{21CDE8EA-1FB2-40CA-A46B-DCB9BB1BD091}" type="presParOf" srcId="{DBA79172-CABA-4B7B-A946-CC7D1EF3FC69}" destId="{53B2C914-9730-4715-B1BD-FD496B9920EC}" srcOrd="1" destOrd="0" presId="urn:microsoft.com/office/officeart/2018/5/layout/IconCircleLabelList"/>
    <dgm:cxn modelId="{EB6E4851-25D4-4BC4-AA80-04C696F4887A}" type="presParOf" srcId="{DBA79172-CABA-4B7B-A946-CC7D1EF3FC69}" destId="{33C8EEE3-55E8-4E43-98D8-94F4F3EC43A8}" srcOrd="2" destOrd="0" presId="urn:microsoft.com/office/officeart/2018/5/layout/IconCircleLabelList"/>
    <dgm:cxn modelId="{244924BA-123B-4CF3-9DC3-AF30CE232D3D}" type="presParOf" srcId="{DBA79172-CABA-4B7B-A946-CC7D1EF3FC69}" destId="{3708C92D-46C9-461C-B558-438880FC245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35AC2-C206-41A4-BDD6-07F4FF54D74E}">
      <dsp:nvSpPr>
        <dsp:cNvPr id="0" name=""/>
        <dsp:cNvSpPr/>
      </dsp:nvSpPr>
      <dsp:spPr>
        <a:xfrm>
          <a:off x="0" y="467"/>
          <a:ext cx="9087284" cy="1094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7143E-9A79-48EC-A6DB-29A156BE31B6}">
      <dsp:nvSpPr>
        <dsp:cNvPr id="0" name=""/>
        <dsp:cNvSpPr/>
      </dsp:nvSpPr>
      <dsp:spPr>
        <a:xfrm>
          <a:off x="330937" y="246619"/>
          <a:ext cx="601704" cy="601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213AD-17EF-42D5-B851-C3CCFFAB899B}">
      <dsp:nvSpPr>
        <dsp:cNvPr id="0" name=""/>
        <dsp:cNvSpPr/>
      </dsp:nvSpPr>
      <dsp:spPr>
        <a:xfrm>
          <a:off x="1263579" y="467"/>
          <a:ext cx="7823704" cy="1094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83" tIns="115783" rIns="115783" bIns="115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/>
            <a:t>Understanding the Energy Mix: Insights about the fuels which generates electricity and their importance (renewables, gas, nuclear, etc.).</a:t>
          </a:r>
          <a:endParaRPr lang="en-US" sz="2100" kern="1200" dirty="0"/>
        </a:p>
      </dsp:txBody>
      <dsp:txXfrm>
        <a:off x="1263579" y="467"/>
        <a:ext cx="7823704" cy="1094008"/>
      </dsp:txXfrm>
    </dsp:sp>
    <dsp:sp modelId="{39B4D1BF-D1E3-434C-8A04-C332EF69C974}">
      <dsp:nvSpPr>
        <dsp:cNvPr id="0" name=""/>
        <dsp:cNvSpPr/>
      </dsp:nvSpPr>
      <dsp:spPr>
        <a:xfrm>
          <a:off x="0" y="1367977"/>
          <a:ext cx="9087284" cy="1094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66642-96DA-41FA-A198-DFDB75E51D4A}">
      <dsp:nvSpPr>
        <dsp:cNvPr id="0" name=""/>
        <dsp:cNvSpPr/>
      </dsp:nvSpPr>
      <dsp:spPr>
        <a:xfrm>
          <a:off x="330937" y="1614129"/>
          <a:ext cx="601704" cy="601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6FA37-628E-4AB1-87F9-5CA367FAB58F}">
      <dsp:nvSpPr>
        <dsp:cNvPr id="0" name=""/>
        <dsp:cNvSpPr/>
      </dsp:nvSpPr>
      <dsp:spPr>
        <a:xfrm>
          <a:off x="1263579" y="1367977"/>
          <a:ext cx="7823704" cy="1094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83" tIns="115783" rIns="115783" bIns="115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/>
            <a:t>Highlight the Transition: How UK is shifting from fossil fuels (coal, gas, etc.) to renewable sources (wind, solar, etc.).</a:t>
          </a:r>
          <a:endParaRPr lang="en-US" sz="2100" kern="1200" dirty="0"/>
        </a:p>
      </dsp:txBody>
      <dsp:txXfrm>
        <a:off x="1263579" y="1367977"/>
        <a:ext cx="7823704" cy="1094008"/>
      </dsp:txXfrm>
    </dsp:sp>
    <dsp:sp modelId="{DBF42AEB-8BE1-49EE-BEFC-43ECF11D0F4C}">
      <dsp:nvSpPr>
        <dsp:cNvPr id="0" name=""/>
        <dsp:cNvSpPr/>
      </dsp:nvSpPr>
      <dsp:spPr>
        <a:xfrm>
          <a:off x="0" y="2735488"/>
          <a:ext cx="9087284" cy="1094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966C4-61F4-44CE-83AD-0AC44033C101}">
      <dsp:nvSpPr>
        <dsp:cNvPr id="0" name=""/>
        <dsp:cNvSpPr/>
      </dsp:nvSpPr>
      <dsp:spPr>
        <a:xfrm>
          <a:off x="330937" y="2981640"/>
          <a:ext cx="601704" cy="601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17002-8EC2-43F6-A1F8-1EAED5792A25}">
      <dsp:nvSpPr>
        <dsp:cNvPr id="0" name=""/>
        <dsp:cNvSpPr/>
      </dsp:nvSpPr>
      <dsp:spPr>
        <a:xfrm>
          <a:off x="1263579" y="2735488"/>
          <a:ext cx="7823704" cy="1094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83" tIns="115783" rIns="115783" bIns="1157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/>
            <a:t>Assess Security and Sustainability: How current fuel mix balances reliability, affordability and net-zero targets.</a:t>
          </a:r>
          <a:endParaRPr lang="en-US" sz="2100" kern="1200"/>
        </a:p>
      </dsp:txBody>
      <dsp:txXfrm>
        <a:off x="1263579" y="2735488"/>
        <a:ext cx="7823704" cy="10940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CF864-5A3D-4DA8-939D-1A5F029EE7D2}">
      <dsp:nvSpPr>
        <dsp:cNvPr id="0" name=""/>
        <dsp:cNvSpPr/>
      </dsp:nvSpPr>
      <dsp:spPr>
        <a:xfrm>
          <a:off x="582818" y="226439"/>
          <a:ext cx="1818562" cy="181856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08F56-C7A8-41C6-9C46-909DD942B7BB}">
      <dsp:nvSpPr>
        <dsp:cNvPr id="0" name=""/>
        <dsp:cNvSpPr/>
      </dsp:nvSpPr>
      <dsp:spPr>
        <a:xfrm>
          <a:off x="970381" y="6140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0A654-5E36-4EE9-939C-46C0824D209D}">
      <dsp:nvSpPr>
        <dsp:cNvPr id="0" name=""/>
        <dsp:cNvSpPr/>
      </dsp:nvSpPr>
      <dsp:spPr>
        <a:xfrm>
          <a:off x="1475" y="26114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b="0" i="0" kern="1200" baseline="0" dirty="0"/>
            <a:t>Electricity is central to businesses, households and economies.</a:t>
          </a:r>
          <a:endParaRPr lang="en-US" sz="1400" kern="1200" dirty="0"/>
        </a:p>
      </dsp:txBody>
      <dsp:txXfrm>
        <a:off x="1475" y="2611440"/>
        <a:ext cx="2981250" cy="720000"/>
      </dsp:txXfrm>
    </dsp:sp>
    <dsp:sp modelId="{C4BB6209-8C7C-45A4-BC68-B5A8FB5F3DCB}">
      <dsp:nvSpPr>
        <dsp:cNvPr id="0" name=""/>
        <dsp:cNvSpPr/>
      </dsp:nvSpPr>
      <dsp:spPr>
        <a:xfrm>
          <a:off x="4085787" y="226439"/>
          <a:ext cx="1818562" cy="181856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64315-B7C7-4E40-8499-42006B6E033F}">
      <dsp:nvSpPr>
        <dsp:cNvPr id="0" name=""/>
        <dsp:cNvSpPr/>
      </dsp:nvSpPr>
      <dsp:spPr>
        <a:xfrm>
          <a:off x="4473350" y="6140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121F6-7798-4862-9973-87554A2F1D8B}">
      <dsp:nvSpPr>
        <dsp:cNvPr id="0" name=""/>
        <dsp:cNvSpPr/>
      </dsp:nvSpPr>
      <dsp:spPr>
        <a:xfrm>
          <a:off x="3504444" y="26114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b="0" i="0" kern="1200" baseline="0" dirty="0"/>
            <a:t>UK is on the journey to net-zero emissions by 2050.</a:t>
          </a:r>
          <a:endParaRPr lang="en-US" sz="1400" kern="1200" dirty="0"/>
        </a:p>
      </dsp:txBody>
      <dsp:txXfrm>
        <a:off x="3504444" y="2611440"/>
        <a:ext cx="2981250" cy="720000"/>
      </dsp:txXfrm>
    </dsp:sp>
    <dsp:sp modelId="{F5878F5E-37EE-4AE7-A5A0-768F6F99DA47}">
      <dsp:nvSpPr>
        <dsp:cNvPr id="0" name=""/>
        <dsp:cNvSpPr/>
      </dsp:nvSpPr>
      <dsp:spPr>
        <a:xfrm>
          <a:off x="7588756" y="226439"/>
          <a:ext cx="1818562" cy="181856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EDB1B6-A54C-4B70-AD2D-75F1416BED05}">
      <dsp:nvSpPr>
        <dsp:cNvPr id="0" name=""/>
        <dsp:cNvSpPr/>
      </dsp:nvSpPr>
      <dsp:spPr>
        <a:xfrm>
          <a:off x="7976319" y="6140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CA36D-944E-4BDE-818A-596E2587FA9C}">
      <dsp:nvSpPr>
        <dsp:cNvPr id="0" name=""/>
        <dsp:cNvSpPr/>
      </dsp:nvSpPr>
      <dsp:spPr>
        <a:xfrm>
          <a:off x="7007412" y="26114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b="0" i="0" kern="1200" baseline="0" dirty="0"/>
            <a:t>Exploring fuel </a:t>
          </a:r>
          <a:r>
            <a:rPr lang="en-GB" sz="1400" kern="1200" dirty="0"/>
            <a:t>m</a:t>
          </a:r>
          <a:r>
            <a:rPr lang="en-GB" sz="1400" b="0" i="0" kern="1200" baseline="0" dirty="0"/>
            <a:t>ix helps evaluate security, costs and carbon impact.</a:t>
          </a:r>
          <a:endParaRPr lang="en-US" sz="1400" kern="1200" dirty="0"/>
        </a:p>
      </dsp:txBody>
      <dsp:txXfrm>
        <a:off x="7007412" y="2611440"/>
        <a:ext cx="298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9FED9-B117-44A1-A066-5EDD09C77BB3}">
      <dsp:nvSpPr>
        <dsp:cNvPr id="0" name=""/>
        <dsp:cNvSpPr/>
      </dsp:nvSpPr>
      <dsp:spPr>
        <a:xfrm>
          <a:off x="0" y="399420"/>
          <a:ext cx="10450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B2061-0671-485C-8D02-CE6D0A0656B5}">
      <dsp:nvSpPr>
        <dsp:cNvPr id="0" name=""/>
        <dsp:cNvSpPr/>
      </dsp:nvSpPr>
      <dsp:spPr>
        <a:xfrm>
          <a:off x="522540" y="59939"/>
          <a:ext cx="731556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511" tIns="0" rIns="2765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 baseline="0" dirty="0"/>
            <a:t>Seasonal Cycles</a:t>
          </a:r>
          <a:endParaRPr lang="en-US" sz="1800" kern="1200" dirty="0"/>
        </a:p>
      </dsp:txBody>
      <dsp:txXfrm>
        <a:off x="555684" y="93083"/>
        <a:ext cx="7249272" cy="612672"/>
      </dsp:txXfrm>
    </dsp:sp>
    <dsp:sp modelId="{10F47EE6-9249-4288-A398-69A8A97D3CF1}">
      <dsp:nvSpPr>
        <dsp:cNvPr id="0" name=""/>
        <dsp:cNvSpPr/>
      </dsp:nvSpPr>
      <dsp:spPr>
        <a:xfrm>
          <a:off x="0" y="1442700"/>
          <a:ext cx="10450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E277C-3158-43D4-BD6D-66CDCE223F39}">
      <dsp:nvSpPr>
        <dsp:cNvPr id="0" name=""/>
        <dsp:cNvSpPr/>
      </dsp:nvSpPr>
      <dsp:spPr>
        <a:xfrm>
          <a:off x="522540" y="1103219"/>
          <a:ext cx="731556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511" tIns="0" rIns="2765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 baseline="0" dirty="0"/>
            <a:t>Gas Dominant but falling</a:t>
          </a:r>
          <a:endParaRPr lang="en-US" sz="1800" kern="1200" dirty="0"/>
        </a:p>
      </dsp:txBody>
      <dsp:txXfrm>
        <a:off x="555684" y="1136363"/>
        <a:ext cx="7249272" cy="612672"/>
      </dsp:txXfrm>
    </dsp:sp>
    <dsp:sp modelId="{DD92FD0D-7540-49D7-A011-80A885134E89}">
      <dsp:nvSpPr>
        <dsp:cNvPr id="0" name=""/>
        <dsp:cNvSpPr/>
      </dsp:nvSpPr>
      <dsp:spPr>
        <a:xfrm>
          <a:off x="0" y="2485980"/>
          <a:ext cx="10450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F0DDA-21B0-446B-9F48-BA106AECEB2F}">
      <dsp:nvSpPr>
        <dsp:cNvPr id="0" name=""/>
        <dsp:cNvSpPr/>
      </dsp:nvSpPr>
      <dsp:spPr>
        <a:xfrm>
          <a:off x="522540" y="2146500"/>
          <a:ext cx="731556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511" tIns="0" rIns="2765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Wind/Solar share growing</a:t>
          </a:r>
          <a:endParaRPr lang="en-US" sz="1800" kern="1200" dirty="0"/>
        </a:p>
      </dsp:txBody>
      <dsp:txXfrm>
        <a:off x="555684" y="2179644"/>
        <a:ext cx="7249272" cy="612672"/>
      </dsp:txXfrm>
    </dsp:sp>
    <dsp:sp modelId="{AE65E176-6137-44E3-B067-F4F8DE639FEB}">
      <dsp:nvSpPr>
        <dsp:cNvPr id="0" name=""/>
        <dsp:cNvSpPr/>
      </dsp:nvSpPr>
      <dsp:spPr>
        <a:xfrm>
          <a:off x="0" y="3529260"/>
          <a:ext cx="10450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74C77-EAF3-49B0-ABB7-FCB02429C30E}">
      <dsp:nvSpPr>
        <dsp:cNvPr id="0" name=""/>
        <dsp:cNvSpPr/>
      </dsp:nvSpPr>
      <dsp:spPr>
        <a:xfrm>
          <a:off x="522540" y="3189780"/>
          <a:ext cx="731556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511" tIns="0" rIns="2765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Imports play balancing role</a:t>
          </a:r>
          <a:endParaRPr lang="en-US" sz="1800" kern="1200" dirty="0"/>
        </a:p>
      </dsp:txBody>
      <dsp:txXfrm>
        <a:off x="555684" y="3222924"/>
        <a:ext cx="7249272" cy="6126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03DF3-4186-4F80-9E68-B9D2FF04F051}">
      <dsp:nvSpPr>
        <dsp:cNvPr id="0" name=""/>
        <dsp:cNvSpPr/>
      </dsp:nvSpPr>
      <dsp:spPr>
        <a:xfrm>
          <a:off x="1715400" y="517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4B436-396D-45F2-BE4D-086AFBB24C26}">
      <dsp:nvSpPr>
        <dsp:cNvPr id="0" name=""/>
        <dsp:cNvSpPr/>
      </dsp:nvSpPr>
      <dsp:spPr>
        <a:xfrm>
          <a:off x="527400" y="293150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baseline="0"/>
            <a:t>Carbon Emissions per unit falling</a:t>
          </a:r>
          <a:endParaRPr lang="en-US" sz="2400" kern="1200"/>
        </a:p>
      </dsp:txBody>
      <dsp:txXfrm>
        <a:off x="527400" y="2931505"/>
        <a:ext cx="4320000" cy="720000"/>
      </dsp:txXfrm>
    </dsp:sp>
    <dsp:sp modelId="{70DDFF3A-3F8C-401D-B976-D591000BF68B}">
      <dsp:nvSpPr>
        <dsp:cNvPr id="0" name=""/>
        <dsp:cNvSpPr/>
      </dsp:nvSpPr>
      <dsp:spPr>
        <a:xfrm>
          <a:off x="6791400" y="517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6903B-F397-4E9D-8FB9-BE173BB2FBE5}">
      <dsp:nvSpPr>
        <dsp:cNvPr id="0" name=""/>
        <dsp:cNvSpPr/>
      </dsp:nvSpPr>
      <dsp:spPr>
        <a:xfrm>
          <a:off x="5603400" y="293150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Direct link to coal decline and renewables growth</a:t>
          </a:r>
          <a:endParaRPr lang="en-US" sz="2400" kern="1200"/>
        </a:p>
      </dsp:txBody>
      <dsp:txXfrm>
        <a:off x="5603400" y="2931505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8A0F3-8796-4103-9E33-999478CBE2BC}">
      <dsp:nvSpPr>
        <dsp:cNvPr id="0" name=""/>
        <dsp:cNvSpPr/>
      </dsp:nvSpPr>
      <dsp:spPr>
        <a:xfrm>
          <a:off x="0" y="743885"/>
          <a:ext cx="10450800" cy="12457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845C9-7D4A-4D72-A142-3DE9616BD17F}">
      <dsp:nvSpPr>
        <dsp:cNvPr id="0" name=""/>
        <dsp:cNvSpPr/>
      </dsp:nvSpPr>
      <dsp:spPr>
        <a:xfrm>
          <a:off x="444779" y="641438"/>
          <a:ext cx="1482232" cy="14429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5D95D-F0F7-4685-A3D1-40AA280EF14D}">
      <dsp:nvSpPr>
        <dsp:cNvPr id="0" name=""/>
        <dsp:cNvSpPr/>
      </dsp:nvSpPr>
      <dsp:spPr>
        <a:xfrm>
          <a:off x="2329936" y="781980"/>
          <a:ext cx="7218205" cy="1245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843" tIns="131843" rIns="131843" bIns="1318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baseline="0" dirty="0"/>
            <a:t>Renewables offer 30%-50% of generation. Can see rise in renewable sources than fossil fuels over the period.</a:t>
          </a:r>
          <a:endParaRPr lang="en-US" sz="2000" kern="1200" dirty="0"/>
        </a:p>
      </dsp:txBody>
      <dsp:txXfrm>
        <a:off x="2329936" y="781980"/>
        <a:ext cx="7218205" cy="1245761"/>
      </dsp:txXfrm>
    </dsp:sp>
    <dsp:sp modelId="{1A585041-44B3-455C-AD7C-5E4C7C633A10}">
      <dsp:nvSpPr>
        <dsp:cNvPr id="0" name=""/>
        <dsp:cNvSpPr/>
      </dsp:nvSpPr>
      <dsp:spPr>
        <a:xfrm>
          <a:off x="-10844" y="2338722"/>
          <a:ext cx="10450800" cy="12457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8F108-A56F-46B9-9F11-109466BC1AE0}">
      <dsp:nvSpPr>
        <dsp:cNvPr id="0" name=""/>
        <dsp:cNvSpPr/>
      </dsp:nvSpPr>
      <dsp:spPr>
        <a:xfrm>
          <a:off x="624361" y="2504516"/>
          <a:ext cx="1128555" cy="975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53D4D-46A5-4A93-B282-426287F5F583}">
      <dsp:nvSpPr>
        <dsp:cNvPr id="0" name=""/>
        <dsp:cNvSpPr/>
      </dsp:nvSpPr>
      <dsp:spPr>
        <a:xfrm>
          <a:off x="2355995" y="2338722"/>
          <a:ext cx="7153159" cy="1245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843" tIns="131843" rIns="131843" bIns="1318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Fossil fuels are still needed during low wind/high-demand phase</a:t>
          </a:r>
          <a:endParaRPr lang="en-US" sz="2000" kern="1200" dirty="0"/>
        </a:p>
      </dsp:txBody>
      <dsp:txXfrm>
        <a:off x="2355995" y="2338722"/>
        <a:ext cx="7153159" cy="12457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CF631-5C67-478A-A3AC-83AB443E6671}">
      <dsp:nvSpPr>
        <dsp:cNvPr id="0" name=""/>
        <dsp:cNvSpPr/>
      </dsp:nvSpPr>
      <dsp:spPr>
        <a:xfrm>
          <a:off x="944977" y="896264"/>
          <a:ext cx="1262905" cy="1262905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C0BAB-9E60-491A-9CF9-CC38E87F611B}">
      <dsp:nvSpPr>
        <dsp:cNvPr id="0" name=""/>
        <dsp:cNvSpPr/>
      </dsp:nvSpPr>
      <dsp:spPr>
        <a:xfrm>
          <a:off x="1214121" y="1165408"/>
          <a:ext cx="724618" cy="7246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B65F3-D2FC-44AE-B799-559E3873F5E8}">
      <dsp:nvSpPr>
        <dsp:cNvPr id="0" name=""/>
        <dsp:cNvSpPr/>
      </dsp:nvSpPr>
      <dsp:spPr>
        <a:xfrm>
          <a:off x="541261" y="2552535"/>
          <a:ext cx="20703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Accelerate/Invest in Renewable Deployment.</a:t>
          </a:r>
          <a:endParaRPr lang="en-US" sz="1500" kern="1200"/>
        </a:p>
      </dsp:txBody>
      <dsp:txXfrm>
        <a:off x="541261" y="2552535"/>
        <a:ext cx="2070337" cy="720000"/>
      </dsp:txXfrm>
    </dsp:sp>
    <dsp:sp modelId="{879FA053-F30B-4A82-A968-239B14FC5D0D}">
      <dsp:nvSpPr>
        <dsp:cNvPr id="0" name=""/>
        <dsp:cNvSpPr/>
      </dsp:nvSpPr>
      <dsp:spPr>
        <a:xfrm>
          <a:off x="3377623" y="896264"/>
          <a:ext cx="1262905" cy="1262905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52E0F-C0DB-4279-84AC-85D368760B6F}">
      <dsp:nvSpPr>
        <dsp:cNvPr id="0" name=""/>
        <dsp:cNvSpPr/>
      </dsp:nvSpPr>
      <dsp:spPr>
        <a:xfrm>
          <a:off x="3646767" y="1165408"/>
          <a:ext cx="724618" cy="7246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2D06D-152E-4B49-B4DA-69633D379F92}">
      <dsp:nvSpPr>
        <dsp:cNvPr id="0" name=""/>
        <dsp:cNvSpPr/>
      </dsp:nvSpPr>
      <dsp:spPr>
        <a:xfrm>
          <a:off x="2973907" y="2552535"/>
          <a:ext cx="20703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Expand Storage</a:t>
          </a:r>
          <a:endParaRPr lang="en-US" sz="1500" kern="1200"/>
        </a:p>
      </dsp:txBody>
      <dsp:txXfrm>
        <a:off x="2973907" y="2552535"/>
        <a:ext cx="2070337" cy="720000"/>
      </dsp:txXfrm>
    </dsp:sp>
    <dsp:sp modelId="{0306E063-F034-4D37-B2E9-C5FD1753D09F}">
      <dsp:nvSpPr>
        <dsp:cNvPr id="0" name=""/>
        <dsp:cNvSpPr/>
      </dsp:nvSpPr>
      <dsp:spPr>
        <a:xfrm>
          <a:off x="5810270" y="896264"/>
          <a:ext cx="1262905" cy="1262905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5F40A-73FC-43EB-A3E4-D76520E4EB6A}">
      <dsp:nvSpPr>
        <dsp:cNvPr id="0" name=""/>
        <dsp:cNvSpPr/>
      </dsp:nvSpPr>
      <dsp:spPr>
        <a:xfrm>
          <a:off x="6079414" y="1165408"/>
          <a:ext cx="724618" cy="7246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3ECB3-8585-4F36-B969-106EA27B102A}">
      <dsp:nvSpPr>
        <dsp:cNvPr id="0" name=""/>
        <dsp:cNvSpPr/>
      </dsp:nvSpPr>
      <dsp:spPr>
        <a:xfrm>
          <a:off x="5406554" y="2552535"/>
          <a:ext cx="20703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Enhance Interconnectors</a:t>
          </a:r>
          <a:endParaRPr lang="en-US" sz="1500" kern="1200"/>
        </a:p>
      </dsp:txBody>
      <dsp:txXfrm>
        <a:off x="5406554" y="2552535"/>
        <a:ext cx="2070337" cy="720000"/>
      </dsp:txXfrm>
    </dsp:sp>
    <dsp:sp modelId="{905BF350-1A9D-4EB0-A150-92E3405627B3}">
      <dsp:nvSpPr>
        <dsp:cNvPr id="0" name=""/>
        <dsp:cNvSpPr/>
      </dsp:nvSpPr>
      <dsp:spPr>
        <a:xfrm>
          <a:off x="8242916" y="896264"/>
          <a:ext cx="1262905" cy="1262905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2C914-9730-4715-B1BD-FD496B9920EC}">
      <dsp:nvSpPr>
        <dsp:cNvPr id="0" name=""/>
        <dsp:cNvSpPr/>
      </dsp:nvSpPr>
      <dsp:spPr>
        <a:xfrm>
          <a:off x="8512060" y="1165408"/>
          <a:ext cx="724618" cy="7246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8C92D-46C9-461C-B558-438880FC245A}">
      <dsp:nvSpPr>
        <dsp:cNvPr id="0" name=""/>
        <dsp:cNvSpPr/>
      </dsp:nvSpPr>
      <dsp:spPr>
        <a:xfrm>
          <a:off x="7839201" y="2552535"/>
          <a:ext cx="20703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Monitor Carbon Intensity Live</a:t>
          </a:r>
          <a:endParaRPr lang="en-US" sz="1500" kern="1200"/>
        </a:p>
      </dsp:txBody>
      <dsp:txXfrm>
        <a:off x="7839201" y="2552535"/>
        <a:ext cx="207033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.xml"/><Relationship Id="rId7" Type="http://schemas.openxmlformats.org/officeDocument/2006/relationships/image" Target="../media/image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8.xml"/><Relationship Id="rId7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2.xml"/><Relationship Id="rId7" Type="http://schemas.openxmlformats.org/officeDocument/2006/relationships/image" Target="../media/image8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3.xml"/><Relationship Id="rId9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6.xml"/><Relationship Id="rId7" Type="http://schemas.openxmlformats.org/officeDocument/2006/relationships/image" Target="../media/image8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0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Relationship Id="rId9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4.xml"/><Relationship Id="rId7" Type="http://schemas.openxmlformats.org/officeDocument/2006/relationships/image" Target="../media/image8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Relationship Id="rId9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8.xml"/><Relationship Id="rId7" Type="http://schemas.openxmlformats.org/officeDocument/2006/relationships/image" Target="../media/image8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Relationship Id="rId9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2.xml"/><Relationship Id="rId7" Type="http://schemas.openxmlformats.org/officeDocument/2006/relationships/image" Target="../media/image8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3.xml"/><Relationship Id="rId9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6.xml"/><Relationship Id="rId7" Type="http://schemas.openxmlformats.org/officeDocument/2006/relationships/image" Target="../media/image8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Relationship Id="rId9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0.xml"/><Relationship Id="rId7" Type="http://schemas.openxmlformats.org/officeDocument/2006/relationships/image" Target="../media/image8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1.xml"/><Relationship Id="rId9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4.xml"/><Relationship Id="rId7" Type="http://schemas.openxmlformats.org/officeDocument/2006/relationships/image" Target="../media/image8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5.xml"/><Relationship Id="rId9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8.xml"/><Relationship Id="rId7" Type="http://schemas.openxmlformats.org/officeDocument/2006/relationships/image" Target="../media/image8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9.xml"/><Relationship Id="rId9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2.xml"/><Relationship Id="rId7" Type="http://schemas.openxmlformats.org/officeDocument/2006/relationships/image" Target="../media/image8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6.xml"/><Relationship Id="rId7" Type="http://schemas.openxmlformats.org/officeDocument/2006/relationships/image" Target="../media/image8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7.xml"/><Relationship Id="rId9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0.xml"/><Relationship Id="rId7" Type="http://schemas.openxmlformats.org/officeDocument/2006/relationships/image" Target="../media/image3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3.xml"/><Relationship Id="rId7" Type="http://schemas.openxmlformats.org/officeDocument/2006/relationships/image" Target="../media/image2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9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4.xml"/><Relationship Id="rId9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3175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" name="Grafik 2" descr="logo3_d2.png">
            <a:extLst>
              <a:ext uri="{FF2B5EF4-FFF2-40B4-BE49-F238E27FC236}">
                <a16:creationId xmlns:a16="http://schemas.microsoft.com/office/drawing/2014/main" id="{2CF1A31B-1199-4750-B157-214DCD6BFBA2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39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 noSel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3_d2.png">
            <a:extLst>
              <a:ext uri="{FF2B5EF4-FFF2-40B4-BE49-F238E27FC236}">
                <a16:creationId xmlns:a16="http://schemas.microsoft.com/office/drawing/2014/main" id="{88DF8675-9686-43BE-99A3-E2F978A4DEE6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39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5" name="Grafik 4" descr="logo3_d2.png">
            <a:extLst>
              <a:ext uri="{FF2B5EF4-FFF2-40B4-BE49-F238E27FC236}">
                <a16:creationId xmlns:a16="http://schemas.microsoft.com/office/drawing/2014/main" id="{E36A158C-BBE6-4A22-AAB5-1FDA30ACEE51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39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8" name="Grafik 7" descr="logo3_d2.png">
            <a:extLst>
              <a:ext uri="{FF2B5EF4-FFF2-40B4-BE49-F238E27FC236}">
                <a16:creationId xmlns:a16="http://schemas.microsoft.com/office/drawing/2014/main" id="{CFFC7BCC-564B-42A9-BA9C-09332F5681D6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39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8" name="Grafik 7" descr="logo3_d2.png">
            <a:extLst>
              <a:ext uri="{FF2B5EF4-FFF2-40B4-BE49-F238E27FC236}">
                <a16:creationId xmlns:a16="http://schemas.microsoft.com/office/drawing/2014/main" id="{6E29210D-88A7-4B30-A9F3-C4E1971A6DE3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8" name="Grafik 7" descr="logo3_d2.png">
            <a:extLst>
              <a:ext uri="{FF2B5EF4-FFF2-40B4-BE49-F238E27FC236}">
                <a16:creationId xmlns:a16="http://schemas.microsoft.com/office/drawing/2014/main" id="{8B512936-4C23-41D7-B0BB-63A9150803A1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3_d2.png">
            <a:extLst>
              <a:ext uri="{FF2B5EF4-FFF2-40B4-BE49-F238E27FC236}">
                <a16:creationId xmlns:a16="http://schemas.microsoft.com/office/drawing/2014/main" id="{1723D8F2-02DA-481A-9B3C-B3F1C468486C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8" descr="logo3_d2.png">
            <a:extLst>
              <a:ext uri="{FF2B5EF4-FFF2-40B4-BE49-F238E27FC236}">
                <a16:creationId xmlns:a16="http://schemas.microsoft.com/office/drawing/2014/main" id="{48FAD7EA-62BD-4ABD-86D8-31EFD776A878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pic>
        <p:nvPicPr>
          <p:cNvPr id="12" name="Grafik 11" descr="logo3_d2.png">
            <a:extLst>
              <a:ext uri="{FF2B5EF4-FFF2-40B4-BE49-F238E27FC236}">
                <a16:creationId xmlns:a16="http://schemas.microsoft.com/office/drawing/2014/main" id="{8367DF92-6471-48A4-BBBE-F63432190ECD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3_d2.png">
            <a:extLst>
              <a:ext uri="{FF2B5EF4-FFF2-40B4-BE49-F238E27FC236}">
                <a16:creationId xmlns:a16="http://schemas.microsoft.com/office/drawing/2014/main" id="{99E4B1DF-42DB-4156-824C-1D142F9F6160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2" name="Grafik 11" descr="logo3_d2.png">
            <a:extLst>
              <a:ext uri="{FF2B5EF4-FFF2-40B4-BE49-F238E27FC236}">
                <a16:creationId xmlns:a16="http://schemas.microsoft.com/office/drawing/2014/main" id="{BF953E28-8FC0-4008-B1FB-72E5A9075804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3" name="Grafik 12" descr="logo3_d2.png">
            <a:extLst>
              <a:ext uri="{FF2B5EF4-FFF2-40B4-BE49-F238E27FC236}">
                <a16:creationId xmlns:a16="http://schemas.microsoft.com/office/drawing/2014/main" id="{969AEF80-32B7-4538-B71F-2C9B49ED1C2A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3_d2.png">
            <a:extLst>
              <a:ext uri="{FF2B5EF4-FFF2-40B4-BE49-F238E27FC236}">
                <a16:creationId xmlns:a16="http://schemas.microsoft.com/office/drawing/2014/main" id="{6C488F37-F3A8-4C1D-8868-4EB3D8961A3F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3" name="Grafik 12" descr="logo3_d2.png">
            <a:extLst>
              <a:ext uri="{FF2B5EF4-FFF2-40B4-BE49-F238E27FC236}">
                <a16:creationId xmlns:a16="http://schemas.microsoft.com/office/drawing/2014/main" id="{A4DD4456-C6AB-4715-9C7F-97D20BCBB237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5" name="Grafik 14" descr="logo3_d2.png">
            <a:extLst>
              <a:ext uri="{FF2B5EF4-FFF2-40B4-BE49-F238E27FC236}">
                <a16:creationId xmlns:a16="http://schemas.microsoft.com/office/drawing/2014/main" id="{EDA0287D-2794-4EEE-9133-680AA5FF45D3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20" name="Grafik 19" descr="logo3_d2.png">
            <a:extLst>
              <a:ext uri="{FF2B5EF4-FFF2-40B4-BE49-F238E27FC236}">
                <a16:creationId xmlns:a16="http://schemas.microsoft.com/office/drawing/2014/main" id="{754EE217-C6F2-4AC7-9903-35AEF6D08266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6" descr="logo3_d2.png">
            <a:extLst>
              <a:ext uri="{FF2B5EF4-FFF2-40B4-BE49-F238E27FC236}">
                <a16:creationId xmlns:a16="http://schemas.microsoft.com/office/drawing/2014/main" id="{30FFB05A-CAC1-4320-B1BB-197F7CCA5E27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3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4" name="Grafik 3" descr="logo3_d2.png">
            <a:extLst>
              <a:ext uri="{FF2B5EF4-FFF2-40B4-BE49-F238E27FC236}">
                <a16:creationId xmlns:a16="http://schemas.microsoft.com/office/drawing/2014/main" id="{07A16679-C8BC-4708-B1B0-9FFD873F8819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39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Add Closing Phrase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3_d2.png">
            <a:extLst>
              <a:ext uri="{FF2B5EF4-FFF2-40B4-BE49-F238E27FC236}">
                <a16:creationId xmlns:a16="http://schemas.microsoft.com/office/drawing/2014/main" id="{0400DAD7-9D8B-43D7-9968-12BFBE308C65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39" y="5464811"/>
            <a:ext cx="1096548" cy="5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Thermotechnology | WoP/COR3-PI CyP/COR3-PI.1 | 2022-12-06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Bosch Thermotechnology Ltd. 2022.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86D5-C492-4C33-9F44-E3D52C3C6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sz="7950" dirty="0"/>
              <a:t>UK‘s Energy Transition</a:t>
            </a:r>
            <a:br>
              <a:rPr lang="de-DE" sz="7950" dirty="0"/>
            </a:br>
            <a:r>
              <a:rPr lang="de-DE" sz="7950" dirty="0"/>
              <a:t>(2020 – 2023)</a:t>
            </a:r>
            <a:br>
              <a:rPr lang="de-DE" sz="7950" dirty="0"/>
            </a:br>
            <a:br>
              <a:rPr lang="de-DE" sz="7950" dirty="0"/>
            </a:br>
            <a:r>
              <a:rPr lang="de-DE" sz="1600" dirty="0"/>
              <a:t>24th september 2025</a:t>
            </a:r>
            <a:br>
              <a:rPr lang="de-DE" sz="1600" dirty="0"/>
            </a:br>
            <a:br>
              <a:rPr lang="de-DE" sz="1600" dirty="0"/>
            </a:br>
            <a:br>
              <a:rPr lang="de-DE" sz="1600" dirty="0"/>
            </a:br>
            <a:br>
              <a:rPr lang="de-DE" sz="1600" dirty="0"/>
            </a:br>
            <a:br>
              <a:rPr lang="de-DE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268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18D87-BC0E-D601-C054-7440D867F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4145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34F5-AC25-2491-3C91-7D9420A4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the Data and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CAFDA-D79F-6728-0FC9-599A0BFA55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6D58F-36C1-ABAC-4BD9-F149DF32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F7BD99-AEFF-2820-3534-CCC161214C5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200" y="1742613"/>
            <a:ext cx="10508298" cy="3690447"/>
          </a:xfrm>
        </p:spPr>
        <p:txBody>
          <a:bodyPr/>
          <a:lstStyle/>
          <a:p>
            <a:r>
              <a:rPr lang="en-GB" dirty="0"/>
              <a:t>Only 3 year’s worth of complex data – No Covid to blame everything on.. </a:t>
            </a:r>
            <a:r>
              <a:rPr lang="en-GB" dirty="0">
                <a:sym typeface="Wingdings" panose="05000000000000000000" pitchFamily="2" charset="2"/>
              </a:rPr>
              <a:t></a:t>
            </a:r>
          </a:p>
          <a:p>
            <a:r>
              <a:rPr lang="en-GB" dirty="0">
                <a:sym typeface="Wingdings" panose="05000000000000000000" pitchFamily="2" charset="2"/>
              </a:rPr>
              <a:t>Tried checking for Null/Missing values… Good news – Didn’t find any (as far as my knowledge goes). </a:t>
            </a:r>
          </a:p>
          <a:p>
            <a:r>
              <a:rPr lang="en-GB" dirty="0">
                <a:sym typeface="Wingdings" panose="05000000000000000000" pitchFamily="2" charset="2"/>
              </a:rPr>
              <a:t>Converted </a:t>
            </a:r>
            <a:r>
              <a:rPr lang="en-GB" dirty="0" err="1">
                <a:sym typeface="Wingdings" panose="05000000000000000000" pitchFamily="2" charset="2"/>
              </a:rPr>
              <a:t>DateTime</a:t>
            </a:r>
            <a:r>
              <a:rPr lang="en-GB" dirty="0">
                <a:sym typeface="Wingdings" panose="05000000000000000000" pitchFamily="2" charset="2"/>
              </a:rPr>
              <a:t> single column to Date, Time, Year and Month to make it easier for analysis in Dashboard.</a:t>
            </a:r>
          </a:p>
          <a:p>
            <a:r>
              <a:rPr lang="en-GB" dirty="0">
                <a:sym typeface="Wingdings" panose="05000000000000000000" pitchFamily="2" charset="2"/>
              </a:rPr>
              <a:t>Assumed that the columns for wind is the total amount of wind generated using wind as a source as it didn’t have any units of measurement.</a:t>
            </a:r>
          </a:p>
          <a:p>
            <a:r>
              <a:rPr lang="en-GB" dirty="0"/>
              <a:t>Also tried to analyse the percentages of wind power generations by regions (Scotland, England and Wales/NI).</a:t>
            </a:r>
          </a:p>
          <a:p>
            <a:r>
              <a:rPr lang="en-US" dirty="0"/>
              <a:t>An </a:t>
            </a:r>
            <a:r>
              <a:rPr lang="en-US" b="1" dirty="0"/>
              <a:t>interconnector</a:t>
            </a:r>
            <a:r>
              <a:rPr lang="en-US" dirty="0"/>
              <a:t> is a big electricity cable that links the UK’s power grid to other countries, letting us import or export electricity as needed.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897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86A44DC-5A63-D2AD-4AAF-756A5DFF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kern="1200" baseline="0" noProof="1">
                <a:latin typeface="+mj-lt"/>
                <a:ea typeface="+mj-ea"/>
                <a:cs typeface="+mj-cs"/>
              </a:rPr>
              <a:t>Purpose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84F50B8-357E-2CC9-A0FC-983086ECB6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9200" y="259200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>
                <a:latin typeface="+mn-lt"/>
                <a:ea typeface="+mn-ea"/>
                <a:cs typeface="+mn-cs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1F93-83CC-3BA9-C8F4-EF2DE667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4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3F906-4A5F-CFC9-B669-AF990B4DAE06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D2FE7E70-AE17-CA64-971E-81CB555C8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6970996"/>
              </p:ext>
            </p:extLst>
          </p:nvPr>
        </p:nvGraphicFramePr>
        <p:xfrm>
          <a:off x="933016" y="1425600"/>
          <a:ext cx="9087284" cy="3829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83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A96E-4A01-F370-C024-42DBCB01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85AFE4-1E70-3FF3-ADF9-5D05886A68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Why It Matters?</a:t>
            </a:r>
          </a:p>
        </p:txBody>
      </p:sp>
    </p:spTree>
    <p:extLst>
      <p:ext uri="{BB962C8B-B14F-4D97-AF65-F5344CB8AC3E}">
        <p14:creationId xmlns:p14="http://schemas.microsoft.com/office/powerpoint/2010/main" val="149480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2E12A-5B19-335C-4B1C-690E962A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48C5ECA-981A-86FB-9F9D-26756028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kern="1200" baseline="0" noProof="1">
                <a:latin typeface="+mj-lt"/>
                <a:ea typeface="+mj-ea"/>
                <a:cs typeface="+mj-cs"/>
              </a:rPr>
              <a:t>The need of an hour…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9717BB-C3DD-30E9-AB96-1D730D4C4A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9200" y="259200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>
                <a:latin typeface="+mn-lt"/>
                <a:ea typeface="+mn-ea"/>
                <a:cs typeface="+mn-cs"/>
              </a:rPr>
              <a:t>Why it Matters?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C5E82-F5B1-81BC-0BEC-96B4DC72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6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68DD1-2069-D3DC-088E-23FB5585FF43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760E7FA3-A6FE-D493-0A4C-C053C8031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874213"/>
              </p:ext>
            </p:extLst>
          </p:nvPr>
        </p:nvGraphicFramePr>
        <p:xfrm>
          <a:off x="489743" y="1494180"/>
          <a:ext cx="9990138" cy="3557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083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A732C-8810-CF3F-752F-FAA6B096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DD8102-9E38-9697-41E0-B7A4EE48D7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Key Metrics</a:t>
            </a:r>
          </a:p>
        </p:txBody>
      </p:sp>
    </p:spTree>
    <p:extLst>
      <p:ext uri="{BB962C8B-B14F-4D97-AF65-F5344CB8AC3E}">
        <p14:creationId xmlns:p14="http://schemas.microsoft.com/office/powerpoint/2010/main" val="922036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A974-C0F1-5770-EA6A-74D2EF518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6560B0-5CA2-E570-9677-2B067F547017}"/>
              </a:ext>
            </a:extLst>
          </p:cNvPr>
          <p:cNvSpPr txBox="1"/>
          <p:nvPr/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R="0" defTabSz="914333" fontAlgn="auto">
              <a:lnSpc>
                <a:spcPct val="89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sz="280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Demand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ACC47A-7EEC-294E-1F71-16FD9F686A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9200" y="259200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>
                <a:latin typeface="+mn-lt"/>
                <a:ea typeface="+mn-ea"/>
                <a:cs typeface="+mn-cs"/>
              </a:rPr>
              <a:t>Key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8C6D2-C54C-5F90-417C-872DE95B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8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73609-FF8E-9EB7-5A8F-10B87C4947AC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27EB7-B32B-6618-D4BE-8FB0B872F020}"/>
              </a:ext>
            </a:extLst>
          </p:cNvPr>
          <p:cNvSpPr txBox="1"/>
          <p:nvPr/>
        </p:nvSpPr>
        <p:spPr>
          <a:xfrm>
            <a:off x="4221480" y="2499360"/>
            <a:ext cx="6858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1E78E5-77AF-BC67-CA78-40226629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0" y="1614510"/>
            <a:ext cx="3109229" cy="3139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BA0919-B8C4-DB4C-C427-7CBB4BCA3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75" t="18694" r="18332" b="18694"/>
          <a:stretch/>
        </p:blipFill>
        <p:spPr>
          <a:xfrm>
            <a:off x="609548" y="1661446"/>
            <a:ext cx="3014432" cy="3053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1841F1-0596-F756-8677-96F03EA30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026" y="1614510"/>
            <a:ext cx="3101609" cy="3101609"/>
          </a:xfrm>
          <a:prstGeom prst="rect">
            <a:avLst/>
          </a:prstGeom>
        </p:spPr>
      </p:pic>
      <p:pic>
        <p:nvPicPr>
          <p:cNvPr id="1028" name="Picture 4" descr="90+ Carbon Intensity Stock Illustrations, Royalty-Free Vector Graphics ...">
            <a:extLst>
              <a:ext uri="{FF2B5EF4-FFF2-40B4-BE49-F238E27FC236}">
                <a16:creationId xmlns:a16="http://schemas.microsoft.com/office/drawing/2014/main" id="{1A3487A8-05CB-8AEF-19C6-109EF4A32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857" y="1637924"/>
            <a:ext cx="3051945" cy="305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0A8683-F8DA-258E-316E-4F4EB08B9C62}"/>
              </a:ext>
            </a:extLst>
          </p:cNvPr>
          <p:cNvSpPr txBox="1"/>
          <p:nvPr/>
        </p:nvSpPr>
        <p:spPr>
          <a:xfrm>
            <a:off x="4014837" y="1613093"/>
            <a:ext cx="2999024" cy="3101609"/>
          </a:xfrm>
          <a:prstGeom prst="rect">
            <a:avLst/>
          </a:prstGeom>
          <a:solidFill>
            <a:srgbClr val="6945A0"/>
          </a:solidFill>
          <a:ln>
            <a:solidFill>
              <a:srgbClr val="5D3597"/>
            </a:solidFill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6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6600" kern="0" dirty="0">
                <a:solidFill>
                  <a:schemeClr val="bg1"/>
                </a:solidFill>
              </a:rPr>
              <a:t> 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6600" kern="0" dirty="0">
                <a:solidFill>
                  <a:schemeClr val="bg1"/>
                </a:solidFill>
              </a:rPr>
              <a:t> </a:t>
            </a:r>
            <a:r>
              <a:rPr kumimoji="0" lang="en-GB" sz="6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02</a:t>
            </a:r>
          </a:p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2400" kern="0" dirty="0">
              <a:solidFill>
                <a:schemeClr val="bg1"/>
              </a:solidFill>
            </a:endParaRPr>
          </a:p>
          <a:p>
            <a:pPr marL="360000"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Generation Mix - Sources (Gas, Nuclear, Renewable, Imports, etc.)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052F27-DD34-30AD-A02A-5A9569469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2970" y="1637924"/>
            <a:ext cx="2933954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0173-4A95-0A76-68B9-40A96533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95D309-7000-CADE-38AC-A2207DE7A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200" y="548640"/>
            <a:ext cx="9874800" cy="4916160"/>
          </a:xfrm>
        </p:spPr>
        <p:txBody>
          <a:bodyPr/>
          <a:lstStyle/>
          <a:p>
            <a:r>
              <a:rPr lang="en-GB" dirty="0"/>
              <a:t>Demand Trends</a:t>
            </a:r>
          </a:p>
        </p:txBody>
      </p:sp>
    </p:spTree>
    <p:extLst>
      <p:ext uri="{BB962C8B-B14F-4D97-AF65-F5344CB8AC3E}">
        <p14:creationId xmlns:p14="http://schemas.microsoft.com/office/powerpoint/2010/main" val="206134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E3CB1-6703-7843-7AE5-CF998906DF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9200" y="259200"/>
            <a:ext cx="10450800" cy="388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Demand Trends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93117-9D71-C140-F84B-399FA932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</p:spPr>
        <p:txBody>
          <a:bodyPr anchor="t">
            <a:normAutofit/>
          </a:bodyPr>
          <a:lstStyle/>
          <a:p>
            <a:r>
              <a:rPr lang="en-GB" dirty="0"/>
              <a:t>Fun Fact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A3993-7F03-B3AC-8FAB-0BFB0C6D3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65" r="21725"/>
          <a:stretch>
            <a:fillRect/>
          </a:stretch>
        </p:blipFill>
        <p:spPr>
          <a:xfrm>
            <a:off x="410845" y="1296000"/>
            <a:ext cx="4860000" cy="4168800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0A73C5-A588-31D5-5337-A5FDAD2A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8780" y="1296000"/>
            <a:ext cx="4860000" cy="416880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dirty="0"/>
              <a:t>In 2012, coal generated 40% of the UK’s electricity. By 2024, that number has dropped to less than 1% — and the UK is on track to close its last coal power stations completely.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0F924-4A9A-9A82-97F9-60709853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10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29643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80A5-DE4B-D3DB-64FA-D01FAEE1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C97F3C6-A928-40DB-FB24-E195F93D9E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8762" y="397509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/>
              <a:t>Demand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4CF91-0243-32D2-FE06-92EF2FC5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11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DDE06-3679-026E-80CD-E213AA905A85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D6A403D4-D2A0-FEC0-49C3-5EFA6A7C6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296749"/>
              </p:ext>
            </p:extLst>
          </p:nvPr>
        </p:nvGraphicFramePr>
        <p:xfrm>
          <a:off x="258762" y="1296000"/>
          <a:ext cx="10450800" cy="41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7523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345B-26E7-EF31-04BD-2B8E6C71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767B58-EAE4-E0A5-5773-EE92229AF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200" y="533400"/>
            <a:ext cx="9874800" cy="4931400"/>
          </a:xfrm>
        </p:spPr>
        <p:txBody>
          <a:bodyPr/>
          <a:lstStyle/>
          <a:p>
            <a:r>
              <a:rPr lang="en-GB" dirty="0"/>
              <a:t>Carbon Intensity</a:t>
            </a:r>
          </a:p>
        </p:txBody>
      </p:sp>
    </p:spTree>
    <p:extLst>
      <p:ext uri="{BB962C8B-B14F-4D97-AF65-F5344CB8AC3E}">
        <p14:creationId xmlns:p14="http://schemas.microsoft.com/office/powerpoint/2010/main" val="2047200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2827-17BC-E9C4-7B00-910EFC5D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76C801-81BA-F7E3-9E81-B0F02C8FD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5230" y="425747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>
                <a:latin typeface="+mn-lt"/>
                <a:ea typeface="+mn-ea"/>
                <a:cs typeface="+mn-cs"/>
              </a:rPr>
              <a:t>Carbon Intensity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5B22D-A3AC-489D-A027-39D05706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13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1A50B-BAF5-A7A8-E632-3C8E28068AB4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78C9295C-CA4C-B7F3-FF69-572BB35B5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322248"/>
              </p:ext>
            </p:extLst>
          </p:nvPr>
        </p:nvGraphicFramePr>
        <p:xfrm>
          <a:off x="259200" y="1138981"/>
          <a:ext cx="10450800" cy="41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0059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D3F2-7284-948F-6D64-8D26EC09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EF062C-4638-41F7-2F3E-BAC835E97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200" y="541020"/>
            <a:ext cx="9874800" cy="4923780"/>
          </a:xfrm>
        </p:spPr>
        <p:txBody>
          <a:bodyPr/>
          <a:lstStyle/>
          <a:p>
            <a:r>
              <a:rPr lang="en-GB" dirty="0"/>
              <a:t>Fossil Vs Renewable</a:t>
            </a:r>
          </a:p>
        </p:txBody>
      </p:sp>
    </p:spTree>
    <p:extLst>
      <p:ext uri="{BB962C8B-B14F-4D97-AF65-F5344CB8AC3E}">
        <p14:creationId xmlns:p14="http://schemas.microsoft.com/office/powerpoint/2010/main" val="520503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5962-F4F9-DCD4-360A-AFC06A479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4948F4-9CD2-1C27-D482-9DE82FF95D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0" y="469273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>
                <a:latin typeface="+mn-lt"/>
                <a:ea typeface="+mn-ea"/>
                <a:cs typeface="+mn-cs"/>
              </a:rPr>
              <a:t>Fossil Vs Renewable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386D7-D0FB-308C-2B66-A0AE2B67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15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532DE-741F-8E0E-ED66-93214A7CAB81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5B01E718-0ECE-D26F-7278-52B78DF0FA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564647"/>
              </p:ext>
            </p:extLst>
          </p:nvPr>
        </p:nvGraphicFramePr>
        <p:xfrm>
          <a:off x="197802" y="1000906"/>
          <a:ext cx="10450800" cy="41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469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FC67-2483-4143-8A03-22FF84A1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32A386-2348-C0DA-67C3-303578267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200" y="489526"/>
            <a:ext cx="9874800" cy="4975273"/>
          </a:xfrm>
        </p:spPr>
        <p:txBody>
          <a:bodyPr/>
          <a:lstStyle/>
          <a:p>
            <a:r>
              <a:rPr lang="en-GB" dirty="0"/>
              <a:t>Regional and Import Insights</a:t>
            </a:r>
          </a:p>
        </p:txBody>
      </p:sp>
    </p:spTree>
    <p:extLst>
      <p:ext uri="{BB962C8B-B14F-4D97-AF65-F5344CB8AC3E}">
        <p14:creationId xmlns:p14="http://schemas.microsoft.com/office/powerpoint/2010/main" val="118029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E656-4092-6087-AE3F-E10B0DDD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FFD29-3289-ED6A-0CA5-5D41AB1C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635F9-B940-E076-9242-45BBD49C0CA7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7D7D38-0DE7-EED0-D550-2837F58C82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9412" y="324472"/>
            <a:ext cx="10450800" cy="388800"/>
          </a:xfrm>
        </p:spPr>
        <p:txBody>
          <a:bodyPr/>
          <a:lstStyle/>
          <a:p>
            <a:r>
              <a:rPr lang="en-GB" dirty="0"/>
              <a:t>Regional and Import Insights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302BA-D27C-77FD-5596-CB0C810CB121}"/>
              </a:ext>
            </a:extLst>
          </p:cNvPr>
          <p:cNvSpPr txBox="1"/>
          <p:nvPr/>
        </p:nvSpPr>
        <p:spPr>
          <a:xfrm>
            <a:off x="259412" y="1100249"/>
            <a:ext cx="9509760" cy="7162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GB" kern="0" dirty="0">
                <a:solidFill>
                  <a:srgbClr val="000000"/>
                </a:solidFill>
              </a:rPr>
              <a:t>Scotland = Wind Powerhouse.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Interconnectors provide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Secu</a:t>
            </a:r>
            <a:r>
              <a:rPr lang="en-GB" kern="0" dirty="0" err="1">
                <a:solidFill>
                  <a:srgbClr val="000000"/>
                </a:solidFill>
              </a:rPr>
              <a:t>rity</a:t>
            </a:r>
            <a:r>
              <a:rPr lang="en-GB" kern="0" dirty="0">
                <a:solidFill>
                  <a:srgbClr val="000000"/>
                </a:solidFill>
              </a:rPr>
              <a:t>.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893C16-9AB8-4EF7-FBDC-E50497E0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15" y="1995508"/>
            <a:ext cx="8923793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63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A8DD-3EFF-F4BF-B029-2CFA251D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F07B3-2043-23D9-928B-456C5474E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200" y="544944"/>
            <a:ext cx="9874800" cy="4919855"/>
          </a:xfrm>
        </p:spPr>
        <p:txBody>
          <a:bodyPr/>
          <a:lstStyle/>
          <a:p>
            <a:r>
              <a:rPr lang="en-GB" dirty="0"/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290771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467AD-22C7-201B-E28E-B130CDC8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537907-1248-4591-B785-B9B28B0495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8762" y="378838"/>
            <a:ext cx="10450800" cy="388800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0" baseline="0" noProof="1">
                <a:latin typeface="+mn-lt"/>
                <a:ea typeface="+mn-ea"/>
                <a:cs typeface="+mn-cs"/>
              </a:rPr>
              <a:t>Strategic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4B6EB-B098-54D5-BB69-BAE73B59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19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BF837-5F0F-313D-C6C9-CF596C519439}"/>
              </a:ext>
            </a:extLst>
          </p:cNvPr>
          <p:cNvSpPr txBox="1"/>
          <p:nvPr/>
        </p:nvSpPr>
        <p:spPr>
          <a:xfrm>
            <a:off x="2971666" y="663673"/>
            <a:ext cx="730102" cy="2294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2F209128-6A1F-7672-EEC7-ED5B82567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036525"/>
              </p:ext>
            </p:extLst>
          </p:nvPr>
        </p:nvGraphicFramePr>
        <p:xfrm>
          <a:off x="258762" y="1052473"/>
          <a:ext cx="10450800" cy="41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644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06952-10C8-7791-C224-035742F2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20</a:t>
            </a:fld>
            <a:endParaRPr lang="en-US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D71342-05D9-AF68-5ED9-1FF348D6DE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2126580"/>
            <a:ext cx="10450800" cy="4168800"/>
          </a:xfrm>
        </p:spPr>
        <p:txBody>
          <a:bodyPr/>
          <a:lstStyle/>
          <a:p>
            <a:pPr marL="0" indent="0" algn="ctr">
              <a:buNone/>
            </a:pPr>
            <a:r>
              <a:rPr lang="en-GB" sz="4000" i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24242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LOGO1_D2.PNG" val="image2.png"/>
  <p:tag name="MLTEMPLATEVERSION" val="1.0"/>
  <p:tag name="SAXMLTEMPLATE" val="presentation_169"/>
  <p:tag name="SAXMLCOMPANYNAME" val="bosch"/>
  <p:tag name="BG2_D2_169.PNG" val="image5.png"/>
  <p:tag name="BG3_D2_169.PNG" val="image10.png"/>
  <p:tag name="BOTTOM_D2_169.PNG" val="image7.png"/>
  <p:tag name="LOGO2_D2.PNG" val="image8.png"/>
  <p:tag name="SWITCH_BG1_D2_169.JPG" val="image6.png"/>
  <p:tag name="SWITCH_BG2_D2_169.JPG" val="image9.png"/>
  <p:tag name="LOGO3_D2.PNG" val="image4.png"/>
  <p:tag name="SAXMLCOMPANYNAME_PREVIOUS" val="bosch"/>
  <p:tag name="MLTEMPLATEVERSION_PREVIOUS" val="1.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EBAQEBAQEBAQEBAQEBAQMAAAAAAAAAAwAAAAMAAAAA/////wQAJwwAAAAAAAAAAAAAIAD///////////////8AAAD///////////////8DAAAAAg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ebLpx3B1tAtpGKAHeKwJMEAAAAAAADAAAAAAADAAAAAwADAAQA////////BQAAAAMAEAAL/rBL4BbP1kevgu6F24dHqAQAAAABAAMAAAACAAMAAAABAAMAAAAAAP///////wMAAAAAAP///////w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+DAIMAAAAFX2lkABAAAAAEZ5sunHcHW0C2kYoAd4rAkwNEYXRhABsAAAAETGlua2VkU2hhcGVEYXRhAAUAAAAAAAJOYW1lABkAAABMaW5rZWRTaGFwZXNEYXRhUHJvcGVydHkAEFZlcnNpb24AAQAAAAlMYXN0V3JpdGUAPEHZj5YBAAAAAQD/////xgDGAAAABV9pZAAQAAAABP6wS+AWz9ZHr4LuhduHR6gDRGF0YQBTAAAACFByZXNlbnRhdGlvblNjYW5uZWRGb3JMaW5rZWRTaGFwZXMAAAJOdW1iZXJGb3JtYXRTZXBhcmF0b3JNb2RlAAoAAABBdXRvbWF0aWMAAAJOYW1lACQAAABMaW5rZWRTaGFwZVByZXNlbnRhdGlvblNldHRpbmdzRGF0YQAQVmVyc2lvbgAAAAAACUxhc3RXcml0ZQBCQdm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s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AwAFAAAAAQADAAEBAwAAAAMA////////JQAGTGlua2VkU2hhcGVQcmVzZW50YXRpb25TZXR0aW5nc0RhdGFfMAQAAAAB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17669021932917"/>
  <p:tag name="EMPOWERCHARTSPROPERTIES_A_LENGTH" val="24576"/>
  <p:tag name="COAUTHORING_SESSION_ID" val="7d060b70-67e6-4289-a74b-51578cd7b9e8"/>
  <p:tag name="UNDO_REDO_REVISION" val="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Bosch NG">
  <a:themeElements>
    <a:clrScheme name="Bosch_Fuchsia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A80163"/>
      </a:accent1>
      <a:accent2>
        <a:srgbClr val="D067AD"/>
      </a:accent2>
      <a:accent3>
        <a:srgbClr val="B2B3B5"/>
      </a:accent3>
      <a:accent4>
        <a:srgbClr val="424C58"/>
      </a:accent4>
      <a:accent5>
        <a:srgbClr val="3F136C"/>
      </a:accent5>
      <a:accent6>
        <a:srgbClr val="967CB1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7CAD25A6-11B4-4B57-85CF-9A2742C1FDED}" vid="{9B16626A-594A-4B94-B280-BF75B92288F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sax_ColorSelect>
  <Line>
    <Color val="D70012"/>
    <Color val="EA6876"/>
    <Color val="a80163"/>
    <Color val="D067AD"/>
    <Color val="3f136c"/>
    <Color val="967CB1"/>
    <Color val="08427e"/>
    <Color val="6D9ABC"/>
    <Color val="0e78c5"/>
    <Color val="6FB9E2"/>
    <Color val="1399a0"/>
    <Color val="6FC9CC"/>
    <Color val="67b419"/>
    <Color val="AEDB7D"/>
    <Color val="0a5139"/>
    <Color val="6EA293"/>
    <Color val="999FA6"/>
    <Color val="D7D7D7"/>
  </Line>
</sax_ColorSelect>
</file>

<file path=customXml/item2.xml><?xml version="1.0" encoding="utf-8"?>
<Application xmlns="http://www.sap.com/cof/powerpoint/application">
  <Version>2</Version>
  <Revision>2.8.2100.1257</Revision>
</Applic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6DAE4B8239F64CAA39BD74825F9FAB" ma:contentTypeVersion="10" ma:contentTypeDescription="Create a new document." ma:contentTypeScope="" ma:versionID="f96c1c87f8aa650fbbf4920ff91360d2">
  <xsd:schema xmlns:xsd="http://www.w3.org/2001/XMLSchema" xmlns:xs="http://www.w3.org/2001/XMLSchema" xmlns:p="http://schemas.microsoft.com/office/2006/metadata/properties" xmlns:ns2="03ccbd0a-1ff8-4338-beee-39d7964643f5" xmlns:ns3="799b6cc8-eebb-40c9-8289-af4b70974bf2" targetNamespace="http://schemas.microsoft.com/office/2006/metadata/properties" ma:root="true" ma:fieldsID="5cdbcaa938dda79d4e6b20d419d386d8" ns2:_="" ns3:_="">
    <xsd:import namespace="03ccbd0a-1ff8-4338-beee-39d7964643f5"/>
    <xsd:import namespace="799b6cc8-eebb-40c9-8289-af4b70974b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bd0a-1ff8-4338-beee-39d7964643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9b6cc8-eebb-40c9-8289-af4b70974bf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WoP/COR3-PI CyP/COR3-PI.1</OrgInhalt>
      <Wert>WoP/COR3-PI CyP/COR3-PI.1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Bosch Thermotechnology Ltd. 2022. All rights reserved, also regarding any disposal, exploitation, reproduction, editing, distribution, as well as in the event of applications for industrial property rights.</OrgInhalt>
      <Wert>© Bosch Thermotechnology Ltd. 2022.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2022-12-06</OrgInhalt>
      <Wert>2022-12-06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Thermotechnology</OrgInhalt>
      <Wert>Thermotechnology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B2EB1CB3-42C4-4435-8746-5E88B5A6E54B}">
  <ds:schemaRefs>
    <ds:schemaRef ds:uri="http://www.sap.com/cof/powerpoint/application"/>
  </ds:schemaRefs>
</ds:datastoreItem>
</file>

<file path=customXml/itemProps3.xml><?xml version="1.0" encoding="utf-8"?>
<ds:datastoreItem xmlns:ds="http://schemas.openxmlformats.org/officeDocument/2006/customXml" ds:itemID="{65429F4F-BA60-4A28-AF4A-5A7D44036D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9AAFC9A-2941-4283-8308-537355800C07}">
  <ds:schemaRefs>
    <ds:schemaRef ds:uri="03ccbd0a-1ff8-4338-beee-39d7964643f5"/>
    <ds:schemaRef ds:uri="799b6cc8-eebb-40c9-8289-af4b70974b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338810A1-0F98-4A53-A9A7-2A77AB309473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799b6cc8-eebb-40c9-8289-af4b70974bf2"/>
    <ds:schemaRef ds:uri="03ccbd0a-1ff8-4338-beee-39d7964643f5"/>
  </ds:schemaRefs>
</ds:datastoreItem>
</file>

<file path=customXml/itemProps6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1724</TotalTime>
  <Words>471</Words>
  <Application>Microsoft Office PowerPoint</Application>
  <PresentationFormat>Custom</PresentationFormat>
  <Paragraphs>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Bosch Office Sans</vt:lpstr>
      <vt:lpstr>Calibri</vt:lpstr>
      <vt:lpstr>Wingdings</vt:lpstr>
      <vt:lpstr>Wingdings 3</vt:lpstr>
      <vt:lpstr>Bosch NG</vt:lpstr>
      <vt:lpstr>UK‘s Energy Transition (2020 – 2023)  24th september 2025     </vt:lpstr>
      <vt:lpstr>Introduction</vt:lpstr>
      <vt:lpstr>Understanding the Data and Assumptions</vt:lpstr>
      <vt:lpstr>Purpose</vt:lpstr>
      <vt:lpstr>Why It Matters?</vt:lpstr>
      <vt:lpstr>The need of an hour…</vt:lpstr>
      <vt:lpstr>Key Metrics</vt:lpstr>
      <vt:lpstr>PowerPoint Presentation</vt:lpstr>
      <vt:lpstr>Demand Trends</vt:lpstr>
      <vt:lpstr>Fun Fact</vt:lpstr>
      <vt:lpstr>PowerPoint Presentation</vt:lpstr>
      <vt:lpstr>Carbon Intensity</vt:lpstr>
      <vt:lpstr>PowerPoint Presentation</vt:lpstr>
      <vt:lpstr>Fossil Vs Renewable</vt:lpstr>
      <vt:lpstr>PowerPoint Presentation</vt:lpstr>
      <vt:lpstr>Regional and Import Insights</vt:lpstr>
      <vt:lpstr>PowerPoint Presentation</vt:lpstr>
      <vt:lpstr>Strategic 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 BP2023</dc:title>
  <dc:creator>Taylor Matthew (TT/COR3-PI-GB TT/COR3-PI1-GB)</dc:creator>
  <cp:lastModifiedBy>Paithankar Sharvari Girish (HC/COR1-GB)</cp:lastModifiedBy>
  <cp:revision>123</cp:revision>
  <dcterms:created xsi:type="dcterms:W3CDTF">2022-12-06T07:57:35Z</dcterms:created>
  <dcterms:modified xsi:type="dcterms:W3CDTF">2025-09-24T11:15:28Z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0x0101008E6DAE4B8239F64CAA39BD74825F9FAB</vt:lpwstr>
  </property>
</Properties>
</file>